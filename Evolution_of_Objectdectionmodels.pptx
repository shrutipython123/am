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3" r:id="rId3"/>
    <p:sldId id="311" r:id="rId4"/>
    <p:sldId id="312" r:id="rId5"/>
    <p:sldId id="314" r:id="rId6"/>
    <p:sldId id="313" r:id="rId7"/>
    <p:sldId id="318" r:id="rId8"/>
    <p:sldId id="30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7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B547-39D3-AAD3-7F03-907CE5C4A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D09D9-E4D5-1979-C8DD-A8F1807B0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C642D-13CD-4D3F-40A6-40BC7254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30988-24E4-BABD-2A45-FCA4711C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995C8-CF61-4252-5AC9-50D77BC6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764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F214-E8F6-CC86-A153-DA1872C5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D212-514F-D83F-06F6-A0E28FD4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FACA-C272-EEF9-19FB-35340B87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F8466-F404-7922-E718-BB6CC285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95E8B-1BE2-AEE1-AC71-F73CAEE7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48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F638-0BCB-4CB1-7A3B-FDD68DCF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2D1CA-550E-D001-4458-7EEAC3FF1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EBEDA-3393-557C-13FD-D194865C0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46DC5-C25A-61E8-CD3A-EE3124C4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0EAD3-76CC-F090-5514-FD37FD26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64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E9FA-CD62-A0AB-821F-99024629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2D90-2039-8C4E-D86B-598608D9C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1E95D-262F-D4D5-BE1F-FEC41015B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7FD31-D77F-5147-014B-793A4896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8053B-1ABD-AD19-F92E-AB12C561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C9240-92E0-7453-5946-868F2695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08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EE1E-3993-AA80-E955-055A190E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E4599-36AB-7E56-61FD-4AE4ED24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C2559-5A57-A600-A8BB-81FEBC74F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91D0C-C921-55A6-683B-6FDDB2D88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8B016-0EB7-DABA-C3E9-34948B4C3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84096-616F-A35B-E36D-6A056047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AA805-D829-DCFE-60D1-E4AB6D1D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81679D-CD7C-B568-608F-056A19C9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27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4B3B-D7A0-0FFB-2A35-36C9A364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5B4BB-E41C-6730-B97C-F47CC096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AA698-AF6B-765D-6B5B-CBD82D7C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A39F9-1C5C-6401-AB91-D27CA7F0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96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12431-4555-1B44-B4C4-4FDA634F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88327-358F-ABF6-5245-F4369791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0D006-1CCD-0D22-950F-A2CF9805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36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CD8C-E292-7490-A7FD-47718B9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E7548-C181-3735-D3FE-D70DFA093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94CA-D246-AD59-D171-B2E3EB9A0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21AC1-9AAE-3770-1797-B48BC9E0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5F9F0-AC79-4313-2DFD-E886FE9F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BE27D-BEA6-31AE-5EE6-47A83E16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26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23F3-D119-2F04-69AB-461F8F4B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AD459-4D71-CC34-72FC-402717B83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1C76E-3175-237E-C248-668FEF3EB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C1032-39B6-5401-9264-F0298025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C3379-26B5-3AA7-7B05-372A595D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1F572-5A93-8FDA-5E48-8FFDB425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99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86D2-7FCC-9445-337A-D3E4E5F2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E48A-228C-A6E1-1D38-4E4B450AD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2CA1-8486-05EA-F305-1B63DF48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33FE-90D0-2836-529E-645C4D78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88DD3-968B-5A90-6A04-643AB69B4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35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2C0F0-0626-3F55-573D-0D5504D6D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12E20-E763-9FA5-9610-D3989143A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F7F87-A107-725A-6DC2-743ED066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DE2E-C007-8ECB-3BAF-FAFDABEA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A55F4-1E8D-C840-209A-3E6BB09D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532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11" descr="Une image contenant herbe, extérieur, scène, passage&#10;&#10;Description générée automatiquement">
            <a:extLst>
              <a:ext uri="{FF2B5EF4-FFF2-40B4-BE49-F238E27FC236}">
                <a16:creationId xmlns:a16="http://schemas.microsoft.com/office/drawing/2014/main" id="{2D2963E7-31E6-554B-876C-39B8C8385B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3600" y="5261008"/>
            <a:ext cx="10912000" cy="40395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Presentation title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B6B0BE4C-9A25-4D0D-9CC3-4D42C3704D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600" y="5718191"/>
            <a:ext cx="10890330" cy="1938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strike="noStrike" cap="all" baseline="0">
                <a:solidFill>
                  <a:schemeClr val="bg1"/>
                </a:solidFill>
                <a:latin typeface="Renault Group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Date or presentation subtitle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9780FFCA-0B7E-3148-9555-F4500BE8E253}"/>
              </a:ext>
            </a:extLst>
          </p:cNvPr>
          <p:cNvSpPr/>
          <p:nvPr userDrawn="1"/>
        </p:nvSpPr>
        <p:spPr>
          <a:xfrm>
            <a:off x="464400" y="485775"/>
            <a:ext cx="1876550" cy="848138"/>
          </a:xfrm>
          <a:custGeom>
            <a:avLst/>
            <a:gdLst>
              <a:gd name="connsiteX0" fmla="*/ 738002 w 1876550"/>
              <a:gd name="connsiteY0" fmla="*/ 525573 h 848138"/>
              <a:gd name="connsiteX1" fmla="*/ 700955 w 1876550"/>
              <a:gd name="connsiteY1" fmla="*/ 535046 h 848138"/>
              <a:gd name="connsiteX2" fmla="*/ 675053 w 1876550"/>
              <a:gd name="connsiteY2" fmla="*/ 561785 h 848138"/>
              <a:gd name="connsiteX3" fmla="*/ 665580 w 1876550"/>
              <a:gd name="connsiteY3" fmla="*/ 603017 h 848138"/>
              <a:gd name="connsiteX4" fmla="*/ 675053 w 1876550"/>
              <a:gd name="connsiteY4" fmla="*/ 643688 h 848138"/>
              <a:gd name="connsiteX5" fmla="*/ 700955 w 1876550"/>
              <a:gd name="connsiteY5" fmla="*/ 670426 h 848138"/>
              <a:gd name="connsiteX6" fmla="*/ 738002 w 1876550"/>
              <a:gd name="connsiteY6" fmla="*/ 679900 h 848138"/>
              <a:gd name="connsiteX7" fmla="*/ 775603 w 1876550"/>
              <a:gd name="connsiteY7" fmla="*/ 670426 h 848138"/>
              <a:gd name="connsiteX8" fmla="*/ 801512 w 1876550"/>
              <a:gd name="connsiteY8" fmla="*/ 643688 h 848138"/>
              <a:gd name="connsiteX9" fmla="*/ 810977 w 1876550"/>
              <a:gd name="connsiteY9" fmla="*/ 603017 h 848138"/>
              <a:gd name="connsiteX10" fmla="*/ 801512 w 1876550"/>
              <a:gd name="connsiteY10" fmla="*/ 561785 h 848138"/>
              <a:gd name="connsiteX11" fmla="*/ 775603 w 1876550"/>
              <a:gd name="connsiteY11" fmla="*/ 535046 h 848138"/>
              <a:gd name="connsiteX12" fmla="*/ 738002 w 1876550"/>
              <a:gd name="connsiteY12" fmla="*/ 525573 h 848138"/>
              <a:gd name="connsiteX13" fmla="*/ 1371202 w 1876550"/>
              <a:gd name="connsiteY13" fmla="*/ 525569 h 848138"/>
              <a:gd name="connsiteX14" fmla="*/ 1334422 w 1876550"/>
              <a:gd name="connsiteY14" fmla="*/ 535042 h 848138"/>
              <a:gd name="connsiteX15" fmla="*/ 1308798 w 1876550"/>
              <a:gd name="connsiteY15" fmla="*/ 561780 h 848138"/>
              <a:gd name="connsiteX16" fmla="*/ 1299340 w 1876550"/>
              <a:gd name="connsiteY16" fmla="*/ 603013 h 848138"/>
              <a:gd name="connsiteX17" fmla="*/ 1308798 w 1876550"/>
              <a:gd name="connsiteY17" fmla="*/ 643684 h 848138"/>
              <a:gd name="connsiteX18" fmla="*/ 1334422 w 1876550"/>
              <a:gd name="connsiteY18" fmla="*/ 670422 h 848138"/>
              <a:gd name="connsiteX19" fmla="*/ 1371202 w 1876550"/>
              <a:gd name="connsiteY19" fmla="*/ 679895 h 848138"/>
              <a:gd name="connsiteX20" fmla="*/ 1407974 w 1876550"/>
              <a:gd name="connsiteY20" fmla="*/ 670422 h 848138"/>
              <a:gd name="connsiteX21" fmla="*/ 1433607 w 1876550"/>
              <a:gd name="connsiteY21" fmla="*/ 643684 h 848138"/>
              <a:gd name="connsiteX22" fmla="*/ 1443064 w 1876550"/>
              <a:gd name="connsiteY22" fmla="*/ 603013 h 848138"/>
              <a:gd name="connsiteX23" fmla="*/ 1433607 w 1876550"/>
              <a:gd name="connsiteY23" fmla="*/ 561780 h 848138"/>
              <a:gd name="connsiteX24" fmla="*/ 1407974 w 1876550"/>
              <a:gd name="connsiteY24" fmla="*/ 535042 h 848138"/>
              <a:gd name="connsiteX25" fmla="*/ 1371202 w 1876550"/>
              <a:gd name="connsiteY25" fmla="*/ 525569 h 848138"/>
              <a:gd name="connsiteX26" fmla="*/ 918163 w 1876550"/>
              <a:gd name="connsiteY26" fmla="*/ 463734 h 848138"/>
              <a:gd name="connsiteX27" fmla="*/ 994517 w 1876550"/>
              <a:gd name="connsiteY27" fmla="*/ 463734 h 848138"/>
              <a:gd name="connsiteX28" fmla="*/ 994517 w 1876550"/>
              <a:gd name="connsiteY28" fmla="*/ 621407 h 848138"/>
              <a:gd name="connsiteX29" fmla="*/ 1009540 w 1876550"/>
              <a:gd name="connsiteY29" fmla="*/ 665134 h 848138"/>
              <a:gd name="connsiteX30" fmla="*/ 1049658 w 1876550"/>
              <a:gd name="connsiteY30" fmla="*/ 679920 h 848138"/>
              <a:gd name="connsiteX31" fmla="*/ 1090054 w 1876550"/>
              <a:gd name="connsiteY31" fmla="*/ 665134 h 848138"/>
              <a:gd name="connsiteX32" fmla="*/ 1104825 w 1876550"/>
              <a:gd name="connsiteY32" fmla="*/ 621407 h 848138"/>
              <a:gd name="connsiteX33" fmla="*/ 1104825 w 1876550"/>
              <a:gd name="connsiteY33" fmla="*/ 463734 h 848138"/>
              <a:gd name="connsiteX34" fmla="*/ 1181139 w 1876550"/>
              <a:gd name="connsiteY34" fmla="*/ 463734 h 848138"/>
              <a:gd name="connsiteX35" fmla="*/ 1181139 w 1876550"/>
              <a:gd name="connsiteY35" fmla="*/ 629767 h 848138"/>
              <a:gd name="connsiteX36" fmla="*/ 1164426 w 1876550"/>
              <a:gd name="connsiteY36" fmla="*/ 692164 h 848138"/>
              <a:gd name="connsiteX37" fmla="*/ 1118189 w 1876550"/>
              <a:gd name="connsiteY37" fmla="*/ 733395 h 848138"/>
              <a:gd name="connsiteX38" fmla="*/ 1049658 w 1876550"/>
              <a:gd name="connsiteY38" fmla="*/ 747882 h 848138"/>
              <a:gd name="connsiteX39" fmla="*/ 954382 w 1876550"/>
              <a:gd name="connsiteY39" fmla="*/ 716391 h 848138"/>
              <a:gd name="connsiteX40" fmla="*/ 918163 w 1876550"/>
              <a:gd name="connsiteY40" fmla="*/ 629767 h 848138"/>
              <a:gd name="connsiteX41" fmla="*/ 576019 w 1876550"/>
              <a:gd name="connsiteY41" fmla="*/ 463506 h 848138"/>
              <a:gd name="connsiteX42" fmla="*/ 576019 w 1876550"/>
              <a:gd name="connsiteY42" fmla="*/ 537098 h 848138"/>
              <a:gd name="connsiteX43" fmla="*/ 490240 w 1876550"/>
              <a:gd name="connsiteY43" fmla="*/ 578745 h 848138"/>
              <a:gd name="connsiteX44" fmla="*/ 477907 w 1876550"/>
              <a:gd name="connsiteY44" fmla="*/ 624867 h 848138"/>
              <a:gd name="connsiteX45" fmla="*/ 477907 w 1876550"/>
              <a:gd name="connsiteY45" fmla="*/ 742349 h 848138"/>
              <a:gd name="connsiteX46" fmla="*/ 401584 w 1876550"/>
              <a:gd name="connsiteY46" fmla="*/ 742349 h 848138"/>
              <a:gd name="connsiteX47" fmla="*/ 401584 w 1876550"/>
              <a:gd name="connsiteY47" fmla="*/ 463781 h 848138"/>
              <a:gd name="connsiteX48" fmla="*/ 464713 w 1876550"/>
              <a:gd name="connsiteY48" fmla="*/ 463781 h 848138"/>
              <a:gd name="connsiteX49" fmla="*/ 476655 w 1876550"/>
              <a:gd name="connsiteY49" fmla="*/ 503633 h 848138"/>
              <a:gd name="connsiteX50" fmla="*/ 576019 w 1876550"/>
              <a:gd name="connsiteY50" fmla="*/ 463506 h 848138"/>
              <a:gd name="connsiteX51" fmla="*/ 738002 w 1876550"/>
              <a:gd name="connsiteY51" fmla="*/ 458164 h 848138"/>
              <a:gd name="connsiteX52" fmla="*/ 814884 w 1876550"/>
              <a:gd name="connsiteY52" fmla="*/ 476265 h 848138"/>
              <a:gd name="connsiteX53" fmla="*/ 868368 w 1876550"/>
              <a:gd name="connsiteY53" fmla="*/ 526978 h 848138"/>
              <a:gd name="connsiteX54" fmla="*/ 887883 w 1876550"/>
              <a:gd name="connsiteY54" fmla="*/ 603017 h 848138"/>
              <a:gd name="connsiteX55" fmla="*/ 868368 w 1876550"/>
              <a:gd name="connsiteY55" fmla="*/ 679062 h 848138"/>
              <a:gd name="connsiteX56" fmla="*/ 814884 w 1876550"/>
              <a:gd name="connsiteY56" fmla="*/ 729768 h 848138"/>
              <a:gd name="connsiteX57" fmla="*/ 738002 w 1876550"/>
              <a:gd name="connsiteY57" fmla="*/ 747869 h 848138"/>
              <a:gd name="connsiteX58" fmla="*/ 661396 w 1876550"/>
              <a:gd name="connsiteY58" fmla="*/ 729768 h 848138"/>
              <a:gd name="connsiteX59" fmla="*/ 608188 w 1876550"/>
              <a:gd name="connsiteY59" fmla="*/ 679062 h 848138"/>
              <a:gd name="connsiteX60" fmla="*/ 588689 w 1876550"/>
              <a:gd name="connsiteY60" fmla="*/ 603017 h 848138"/>
              <a:gd name="connsiteX61" fmla="*/ 608188 w 1876550"/>
              <a:gd name="connsiteY61" fmla="*/ 526978 h 848138"/>
              <a:gd name="connsiteX62" fmla="*/ 661396 w 1876550"/>
              <a:gd name="connsiteY62" fmla="*/ 476265 h 848138"/>
              <a:gd name="connsiteX63" fmla="*/ 738002 w 1876550"/>
              <a:gd name="connsiteY63" fmla="*/ 458164 h 848138"/>
              <a:gd name="connsiteX64" fmla="*/ 1381788 w 1876550"/>
              <a:gd name="connsiteY64" fmla="*/ 458159 h 848138"/>
              <a:gd name="connsiteX65" fmla="*/ 1450311 w 1876550"/>
              <a:gd name="connsiteY65" fmla="*/ 476261 h 848138"/>
              <a:gd name="connsiteX66" fmla="*/ 1500740 w 1876550"/>
              <a:gd name="connsiteY66" fmla="*/ 526975 h 848138"/>
              <a:gd name="connsiteX67" fmla="*/ 1519963 w 1876550"/>
              <a:gd name="connsiteY67" fmla="*/ 603013 h 848138"/>
              <a:gd name="connsiteX68" fmla="*/ 1500740 w 1876550"/>
              <a:gd name="connsiteY68" fmla="*/ 679059 h 848138"/>
              <a:gd name="connsiteX69" fmla="*/ 1450311 w 1876550"/>
              <a:gd name="connsiteY69" fmla="*/ 729763 h 848138"/>
              <a:gd name="connsiteX70" fmla="*/ 1381788 w 1876550"/>
              <a:gd name="connsiteY70" fmla="*/ 747865 h 848138"/>
              <a:gd name="connsiteX71" fmla="*/ 1319392 w 1876550"/>
              <a:gd name="connsiteY71" fmla="*/ 730316 h 848138"/>
              <a:gd name="connsiteX72" fmla="*/ 1304906 w 1876550"/>
              <a:gd name="connsiteY72" fmla="*/ 719120 h 848138"/>
              <a:gd name="connsiteX73" fmla="*/ 1304906 w 1876550"/>
              <a:gd name="connsiteY73" fmla="*/ 848138 h 848138"/>
              <a:gd name="connsiteX74" fmla="*/ 1228576 w 1876550"/>
              <a:gd name="connsiteY74" fmla="*/ 848138 h 848138"/>
              <a:gd name="connsiteX75" fmla="*/ 1228576 w 1876550"/>
              <a:gd name="connsiteY75" fmla="*/ 463733 h 848138"/>
              <a:gd name="connsiteX76" fmla="*/ 1282628 w 1876550"/>
              <a:gd name="connsiteY76" fmla="*/ 463733 h 848138"/>
              <a:gd name="connsiteX77" fmla="*/ 1296805 w 1876550"/>
              <a:gd name="connsiteY77" fmla="*/ 492104 h 848138"/>
              <a:gd name="connsiteX78" fmla="*/ 1316605 w 1876550"/>
              <a:gd name="connsiteY78" fmla="*/ 476261 h 848138"/>
              <a:gd name="connsiteX79" fmla="*/ 1381788 w 1876550"/>
              <a:gd name="connsiteY79" fmla="*/ 458159 h 848138"/>
              <a:gd name="connsiteX80" fmla="*/ 186101 w 1876550"/>
              <a:gd name="connsiteY80" fmla="*/ 380162 h 848138"/>
              <a:gd name="connsiteX81" fmla="*/ 273277 w 1876550"/>
              <a:gd name="connsiteY81" fmla="*/ 397978 h 848138"/>
              <a:gd name="connsiteX82" fmla="*/ 332895 w 1876550"/>
              <a:gd name="connsiteY82" fmla="*/ 444775 h 848138"/>
              <a:gd name="connsiteX83" fmla="*/ 361022 w 1876550"/>
              <a:gd name="connsiteY83" fmla="*/ 507172 h 848138"/>
              <a:gd name="connsiteX84" fmla="*/ 279696 w 1876550"/>
              <a:gd name="connsiteY84" fmla="*/ 507172 h 848138"/>
              <a:gd name="connsiteX85" fmla="*/ 263821 w 1876550"/>
              <a:gd name="connsiteY85" fmla="*/ 480995 h 848138"/>
              <a:gd name="connsiteX86" fmla="*/ 232606 w 1876550"/>
              <a:gd name="connsiteY86" fmla="*/ 459822 h 848138"/>
              <a:gd name="connsiteX87" fmla="*/ 186653 w 1876550"/>
              <a:gd name="connsiteY87" fmla="*/ 451462 h 848138"/>
              <a:gd name="connsiteX88" fmla="*/ 131220 w 1876550"/>
              <a:gd name="connsiteY88" fmla="*/ 465396 h 848138"/>
              <a:gd name="connsiteX89" fmla="*/ 93327 w 1876550"/>
              <a:gd name="connsiteY89" fmla="*/ 504401 h 848138"/>
              <a:gd name="connsiteX90" fmla="*/ 79686 w 1876550"/>
              <a:gd name="connsiteY90" fmla="*/ 564003 h 848138"/>
              <a:gd name="connsiteX91" fmla="*/ 93603 w 1876550"/>
              <a:gd name="connsiteY91" fmla="*/ 624174 h 848138"/>
              <a:gd name="connsiteX92" fmla="*/ 132324 w 1876550"/>
              <a:gd name="connsiteY92" fmla="*/ 663725 h 848138"/>
              <a:gd name="connsiteX93" fmla="*/ 188871 w 1876550"/>
              <a:gd name="connsiteY93" fmla="*/ 677658 h 848138"/>
              <a:gd name="connsiteX94" fmla="*/ 240413 w 1876550"/>
              <a:gd name="connsiteY94" fmla="*/ 668478 h 848138"/>
              <a:gd name="connsiteX95" fmla="*/ 274943 w 1876550"/>
              <a:gd name="connsiteY95" fmla="*/ 640886 h 848138"/>
              <a:gd name="connsiteX96" fmla="*/ 287276 w 1876550"/>
              <a:gd name="connsiteY96" fmla="*/ 608575 h 848138"/>
              <a:gd name="connsiteX97" fmla="*/ 167146 w 1876550"/>
              <a:gd name="connsiteY97" fmla="*/ 608575 h 848138"/>
              <a:gd name="connsiteX98" fmla="*/ 167146 w 1876550"/>
              <a:gd name="connsiteY98" fmla="*/ 542832 h 848138"/>
              <a:gd name="connsiteX99" fmla="*/ 367717 w 1876550"/>
              <a:gd name="connsiteY99" fmla="*/ 542832 h 848138"/>
              <a:gd name="connsiteX100" fmla="*/ 369106 w 1876550"/>
              <a:gd name="connsiteY100" fmla="*/ 558154 h 848138"/>
              <a:gd name="connsiteX101" fmla="*/ 369366 w 1876550"/>
              <a:gd name="connsiteY101" fmla="*/ 574030 h 848138"/>
              <a:gd name="connsiteX102" fmla="*/ 345422 w 1876550"/>
              <a:gd name="connsiteY102" fmla="*/ 667071 h 848138"/>
              <a:gd name="connsiteX103" fmla="*/ 280533 w 1876550"/>
              <a:gd name="connsiteY103" fmla="*/ 726967 h 848138"/>
              <a:gd name="connsiteX104" fmla="*/ 187766 w 1876550"/>
              <a:gd name="connsiteY104" fmla="*/ 747863 h 848138"/>
              <a:gd name="connsiteX105" fmla="*/ 113395 w 1876550"/>
              <a:gd name="connsiteY105" fmla="*/ 734205 h 848138"/>
              <a:gd name="connsiteX106" fmla="*/ 53760 w 1876550"/>
              <a:gd name="connsiteY106" fmla="*/ 695491 h 848138"/>
              <a:gd name="connsiteX107" fmla="*/ 14218 w 1876550"/>
              <a:gd name="connsiteY107" fmla="*/ 636995 h 848138"/>
              <a:gd name="connsiteX108" fmla="*/ 0 w 1876550"/>
              <a:gd name="connsiteY108" fmla="*/ 564003 h 848138"/>
              <a:gd name="connsiteX109" fmla="*/ 13934 w 1876550"/>
              <a:gd name="connsiteY109" fmla="*/ 491020 h 848138"/>
              <a:gd name="connsiteX110" fmla="*/ 52948 w 1876550"/>
              <a:gd name="connsiteY110" fmla="*/ 432809 h 848138"/>
              <a:gd name="connsiteX111" fmla="*/ 111988 w 1876550"/>
              <a:gd name="connsiteY111" fmla="*/ 394079 h 848138"/>
              <a:gd name="connsiteX112" fmla="*/ 186101 w 1876550"/>
              <a:gd name="connsiteY112" fmla="*/ 380162 h 848138"/>
              <a:gd name="connsiteX113" fmla="*/ 1100933 w 1876550"/>
              <a:gd name="connsiteY113" fmla="*/ 140027 h 848138"/>
              <a:gd name="connsiteX114" fmla="*/ 1064161 w 1876550"/>
              <a:gd name="connsiteY114" fmla="*/ 149501 h 848138"/>
              <a:gd name="connsiteX115" fmla="*/ 1038537 w 1876550"/>
              <a:gd name="connsiteY115" fmla="*/ 176238 h 848138"/>
              <a:gd name="connsiteX116" fmla="*/ 1029064 w 1876550"/>
              <a:gd name="connsiteY116" fmla="*/ 217470 h 848138"/>
              <a:gd name="connsiteX117" fmla="*/ 1038537 w 1876550"/>
              <a:gd name="connsiteY117" fmla="*/ 258134 h 848138"/>
              <a:gd name="connsiteX118" fmla="*/ 1064161 w 1876550"/>
              <a:gd name="connsiteY118" fmla="*/ 284880 h 848138"/>
              <a:gd name="connsiteX119" fmla="*/ 1100933 w 1876550"/>
              <a:gd name="connsiteY119" fmla="*/ 294353 h 848138"/>
              <a:gd name="connsiteX120" fmla="*/ 1137705 w 1876550"/>
              <a:gd name="connsiteY120" fmla="*/ 284880 h 848138"/>
              <a:gd name="connsiteX121" fmla="*/ 1163330 w 1876550"/>
              <a:gd name="connsiteY121" fmla="*/ 258134 h 848138"/>
              <a:gd name="connsiteX122" fmla="*/ 1172803 w 1876550"/>
              <a:gd name="connsiteY122" fmla="*/ 217470 h 848138"/>
              <a:gd name="connsiteX123" fmla="*/ 1163330 w 1876550"/>
              <a:gd name="connsiteY123" fmla="*/ 176238 h 848138"/>
              <a:gd name="connsiteX124" fmla="*/ 1137705 w 1876550"/>
              <a:gd name="connsiteY124" fmla="*/ 149501 h 848138"/>
              <a:gd name="connsiteX125" fmla="*/ 1100933 w 1876550"/>
              <a:gd name="connsiteY125" fmla="*/ 140027 h 848138"/>
              <a:gd name="connsiteX126" fmla="*/ 473731 w 1876550"/>
              <a:gd name="connsiteY126" fmla="*/ 135036 h 848138"/>
              <a:gd name="connsiteX127" fmla="*/ 440022 w 1876550"/>
              <a:gd name="connsiteY127" fmla="*/ 142552 h 848138"/>
              <a:gd name="connsiteX128" fmla="*/ 415495 w 1876550"/>
              <a:gd name="connsiteY128" fmla="*/ 167900 h 848138"/>
              <a:gd name="connsiteX129" fmla="*/ 408963 w 1876550"/>
              <a:gd name="connsiteY129" fmla="*/ 187408 h 848138"/>
              <a:gd name="connsiteX130" fmla="*/ 539621 w 1876550"/>
              <a:gd name="connsiteY130" fmla="*/ 187408 h 848138"/>
              <a:gd name="connsiteX131" fmla="*/ 531099 w 1876550"/>
              <a:gd name="connsiteY131" fmla="*/ 163440 h 848138"/>
              <a:gd name="connsiteX132" fmla="*/ 506578 w 1876550"/>
              <a:gd name="connsiteY132" fmla="*/ 142000 h 848138"/>
              <a:gd name="connsiteX133" fmla="*/ 473731 w 1876550"/>
              <a:gd name="connsiteY133" fmla="*/ 135036 h 848138"/>
              <a:gd name="connsiteX134" fmla="*/ 1288935 w 1876550"/>
              <a:gd name="connsiteY134" fmla="*/ 78176 h 848138"/>
              <a:gd name="connsiteX135" fmla="*/ 1365281 w 1876550"/>
              <a:gd name="connsiteY135" fmla="*/ 78176 h 848138"/>
              <a:gd name="connsiteX136" fmla="*/ 1365281 w 1876550"/>
              <a:gd name="connsiteY136" fmla="*/ 235850 h 848138"/>
              <a:gd name="connsiteX137" fmla="*/ 1380312 w 1876550"/>
              <a:gd name="connsiteY137" fmla="*/ 279576 h 848138"/>
              <a:gd name="connsiteX138" fmla="*/ 1420431 w 1876550"/>
              <a:gd name="connsiteY138" fmla="*/ 294363 h 848138"/>
              <a:gd name="connsiteX139" fmla="*/ 1460827 w 1876550"/>
              <a:gd name="connsiteY139" fmla="*/ 279576 h 848138"/>
              <a:gd name="connsiteX140" fmla="*/ 1475589 w 1876550"/>
              <a:gd name="connsiteY140" fmla="*/ 235850 h 848138"/>
              <a:gd name="connsiteX141" fmla="*/ 1475589 w 1876550"/>
              <a:gd name="connsiteY141" fmla="*/ 78176 h 848138"/>
              <a:gd name="connsiteX142" fmla="*/ 1551902 w 1876550"/>
              <a:gd name="connsiteY142" fmla="*/ 78176 h 848138"/>
              <a:gd name="connsiteX143" fmla="*/ 1551902 w 1876550"/>
              <a:gd name="connsiteY143" fmla="*/ 244210 h 848138"/>
              <a:gd name="connsiteX144" fmla="*/ 1535190 w 1876550"/>
              <a:gd name="connsiteY144" fmla="*/ 306607 h 848138"/>
              <a:gd name="connsiteX145" fmla="*/ 1488953 w 1876550"/>
              <a:gd name="connsiteY145" fmla="*/ 347839 h 848138"/>
              <a:gd name="connsiteX146" fmla="*/ 1420431 w 1876550"/>
              <a:gd name="connsiteY146" fmla="*/ 362325 h 848138"/>
              <a:gd name="connsiteX147" fmla="*/ 1325163 w 1876550"/>
              <a:gd name="connsiteY147" fmla="*/ 330834 h 848138"/>
              <a:gd name="connsiteX148" fmla="*/ 1288935 w 1876550"/>
              <a:gd name="connsiteY148" fmla="*/ 244210 h 848138"/>
              <a:gd name="connsiteX149" fmla="*/ 475942 w 1876550"/>
              <a:gd name="connsiteY149" fmla="*/ 72641 h 848138"/>
              <a:gd name="connsiteX150" fmla="*/ 547811 w 1876550"/>
              <a:gd name="connsiteY150" fmla="*/ 90189 h 848138"/>
              <a:gd name="connsiteX151" fmla="*/ 596842 w 1876550"/>
              <a:gd name="connsiteY151" fmla="*/ 139773 h 848138"/>
              <a:gd name="connsiteX152" fmla="*/ 614668 w 1876550"/>
              <a:gd name="connsiteY152" fmla="*/ 216380 h 848138"/>
              <a:gd name="connsiteX153" fmla="*/ 613555 w 1876550"/>
              <a:gd name="connsiteY153" fmla="*/ 238666 h 848138"/>
              <a:gd name="connsiteX154" fmla="*/ 407865 w 1876550"/>
              <a:gd name="connsiteY154" fmla="*/ 238666 h 848138"/>
              <a:gd name="connsiteX155" fmla="*/ 415780 w 1876550"/>
              <a:gd name="connsiteY155" fmla="*/ 263738 h 848138"/>
              <a:gd name="connsiteX156" fmla="*/ 441965 w 1876550"/>
              <a:gd name="connsiteY156" fmla="*/ 289923 h 848138"/>
              <a:gd name="connsiteX157" fmla="*/ 479288 w 1876550"/>
              <a:gd name="connsiteY157" fmla="*/ 298268 h 848138"/>
              <a:gd name="connsiteX158" fmla="*/ 507432 w 1876550"/>
              <a:gd name="connsiteY158" fmla="*/ 293824 h 848138"/>
              <a:gd name="connsiteX159" fmla="*/ 526378 w 1876550"/>
              <a:gd name="connsiteY159" fmla="*/ 281279 h 848138"/>
              <a:gd name="connsiteX160" fmla="*/ 536681 w 1876550"/>
              <a:gd name="connsiteY160" fmla="*/ 263161 h 848138"/>
              <a:gd name="connsiteX161" fmla="*/ 612442 w 1876550"/>
              <a:gd name="connsiteY161" fmla="*/ 263161 h 848138"/>
              <a:gd name="connsiteX162" fmla="*/ 589588 w 1876550"/>
              <a:gd name="connsiteY162" fmla="*/ 314995 h 848138"/>
              <a:gd name="connsiteX163" fmla="*/ 543090 w 1876550"/>
              <a:gd name="connsiteY163" fmla="*/ 349817 h 848138"/>
              <a:gd name="connsiteX164" fmla="*/ 479288 w 1876550"/>
              <a:gd name="connsiteY164" fmla="*/ 362345 h 848138"/>
              <a:gd name="connsiteX165" fmla="*/ 403795 w 1876550"/>
              <a:gd name="connsiteY165" fmla="*/ 344228 h 848138"/>
              <a:gd name="connsiteX166" fmla="*/ 351701 w 1876550"/>
              <a:gd name="connsiteY166" fmla="*/ 293547 h 848138"/>
              <a:gd name="connsiteX167" fmla="*/ 332770 w 1876550"/>
              <a:gd name="connsiteY167" fmla="*/ 217493 h 848138"/>
              <a:gd name="connsiteX168" fmla="*/ 351148 w 1876550"/>
              <a:gd name="connsiteY168" fmla="*/ 141438 h 848138"/>
              <a:gd name="connsiteX169" fmla="*/ 401846 w 1876550"/>
              <a:gd name="connsiteY169" fmla="*/ 90741 h 848138"/>
              <a:gd name="connsiteX170" fmla="*/ 475942 w 1876550"/>
              <a:gd name="connsiteY170" fmla="*/ 72641 h 848138"/>
              <a:gd name="connsiteX171" fmla="*/ 1089803 w 1876550"/>
              <a:gd name="connsiteY171" fmla="*/ 72618 h 848138"/>
              <a:gd name="connsiteX172" fmla="*/ 1155262 w 1876550"/>
              <a:gd name="connsiteY172" fmla="*/ 90720 h 848138"/>
              <a:gd name="connsiteX173" fmla="*/ 1175176 w 1876550"/>
              <a:gd name="connsiteY173" fmla="*/ 106855 h 848138"/>
              <a:gd name="connsiteX174" fmla="*/ 1189515 w 1876550"/>
              <a:gd name="connsiteY174" fmla="*/ 78182 h 848138"/>
              <a:gd name="connsiteX175" fmla="*/ 1243560 w 1876550"/>
              <a:gd name="connsiteY175" fmla="*/ 78182 h 848138"/>
              <a:gd name="connsiteX176" fmla="*/ 1243560 w 1876550"/>
              <a:gd name="connsiteY176" fmla="*/ 356750 h 848138"/>
              <a:gd name="connsiteX177" fmla="*/ 1189515 w 1876550"/>
              <a:gd name="connsiteY177" fmla="*/ 356750 h 848138"/>
              <a:gd name="connsiteX178" fmla="*/ 1175176 w 1876550"/>
              <a:gd name="connsiteY178" fmla="*/ 328062 h 848138"/>
              <a:gd name="connsiteX179" fmla="*/ 1155262 w 1876550"/>
              <a:gd name="connsiteY179" fmla="*/ 344205 h 848138"/>
              <a:gd name="connsiteX180" fmla="*/ 1089803 w 1876550"/>
              <a:gd name="connsiteY180" fmla="*/ 362315 h 848138"/>
              <a:gd name="connsiteX181" fmla="*/ 1021824 w 1876550"/>
              <a:gd name="connsiteY181" fmla="*/ 344205 h 848138"/>
              <a:gd name="connsiteX182" fmla="*/ 971420 w 1876550"/>
              <a:gd name="connsiteY182" fmla="*/ 293516 h 848138"/>
              <a:gd name="connsiteX183" fmla="*/ 952197 w 1876550"/>
              <a:gd name="connsiteY183" fmla="*/ 217470 h 848138"/>
              <a:gd name="connsiteX184" fmla="*/ 971420 w 1876550"/>
              <a:gd name="connsiteY184" fmla="*/ 141417 h 848138"/>
              <a:gd name="connsiteX185" fmla="*/ 1021824 w 1876550"/>
              <a:gd name="connsiteY185" fmla="*/ 90720 h 848138"/>
              <a:gd name="connsiteX186" fmla="*/ 1089803 w 1876550"/>
              <a:gd name="connsiteY186" fmla="*/ 72618 h 848138"/>
              <a:gd name="connsiteX187" fmla="*/ 802554 w 1876550"/>
              <a:gd name="connsiteY187" fmla="*/ 72613 h 848138"/>
              <a:gd name="connsiteX188" fmla="*/ 863008 w 1876550"/>
              <a:gd name="connsiteY188" fmla="*/ 86546 h 848138"/>
              <a:gd name="connsiteX189" fmla="*/ 905069 w 1876550"/>
              <a:gd name="connsiteY189" fmla="*/ 126657 h 848138"/>
              <a:gd name="connsiteX190" fmla="*/ 920667 w 1876550"/>
              <a:gd name="connsiteY190" fmla="*/ 189062 h 848138"/>
              <a:gd name="connsiteX191" fmla="*/ 920667 w 1876550"/>
              <a:gd name="connsiteY191" fmla="*/ 356745 h 848138"/>
              <a:gd name="connsiteX192" fmla="*/ 844338 w 1876550"/>
              <a:gd name="connsiteY192" fmla="*/ 356745 h 848138"/>
              <a:gd name="connsiteX193" fmla="*/ 844338 w 1876550"/>
              <a:gd name="connsiteY193" fmla="*/ 200753 h 848138"/>
              <a:gd name="connsiteX194" fmla="*/ 837099 w 1876550"/>
              <a:gd name="connsiteY194" fmla="*/ 168166 h 848138"/>
              <a:gd name="connsiteX195" fmla="*/ 816771 w 1876550"/>
              <a:gd name="connsiteY195" fmla="*/ 147270 h 848138"/>
              <a:gd name="connsiteX196" fmla="*/ 786393 w 1876550"/>
              <a:gd name="connsiteY196" fmla="*/ 140023 h 848138"/>
              <a:gd name="connsiteX197" fmla="*/ 743764 w 1876550"/>
              <a:gd name="connsiteY197" fmla="*/ 155898 h 848138"/>
              <a:gd name="connsiteX198" fmla="*/ 727904 w 1876550"/>
              <a:gd name="connsiteY198" fmla="*/ 200753 h 848138"/>
              <a:gd name="connsiteX199" fmla="*/ 727904 w 1876550"/>
              <a:gd name="connsiteY199" fmla="*/ 356745 h 848138"/>
              <a:gd name="connsiteX200" fmla="*/ 651575 w 1876550"/>
              <a:gd name="connsiteY200" fmla="*/ 356745 h 848138"/>
              <a:gd name="connsiteX201" fmla="*/ 651575 w 1876550"/>
              <a:gd name="connsiteY201" fmla="*/ 78186 h 848138"/>
              <a:gd name="connsiteX202" fmla="*/ 705627 w 1876550"/>
              <a:gd name="connsiteY202" fmla="*/ 78186 h 848138"/>
              <a:gd name="connsiteX203" fmla="*/ 719935 w 1876550"/>
              <a:gd name="connsiteY203" fmla="*/ 106817 h 848138"/>
              <a:gd name="connsiteX204" fmla="*/ 747404 w 1876550"/>
              <a:gd name="connsiteY204" fmla="*/ 85433 h 848138"/>
              <a:gd name="connsiteX205" fmla="*/ 802554 w 1876550"/>
              <a:gd name="connsiteY205" fmla="*/ 72613 h 848138"/>
              <a:gd name="connsiteX206" fmla="*/ 99221 w 1876550"/>
              <a:gd name="connsiteY206" fmla="*/ 69274 h 848138"/>
              <a:gd name="connsiteX207" fmla="*/ 99221 w 1876550"/>
              <a:gd name="connsiteY207" fmla="*/ 173455 h 848138"/>
              <a:gd name="connsiteX208" fmla="*/ 174975 w 1876550"/>
              <a:gd name="connsiteY208" fmla="*/ 173455 h 848138"/>
              <a:gd name="connsiteX209" fmla="*/ 216476 w 1876550"/>
              <a:gd name="connsiteY209" fmla="*/ 159538 h 848138"/>
              <a:gd name="connsiteX210" fmla="*/ 231245 w 1876550"/>
              <a:gd name="connsiteY210" fmla="*/ 121645 h 848138"/>
              <a:gd name="connsiteX211" fmla="*/ 216476 w 1876550"/>
              <a:gd name="connsiteY211" fmla="*/ 82932 h 848138"/>
              <a:gd name="connsiteX212" fmla="*/ 174975 w 1876550"/>
              <a:gd name="connsiteY212" fmla="*/ 69274 h 848138"/>
              <a:gd name="connsiteX213" fmla="*/ 21202 w 1876550"/>
              <a:gd name="connsiteY213" fmla="*/ 183 h 848138"/>
              <a:gd name="connsiteX214" fmla="*/ 172741 w 1876550"/>
              <a:gd name="connsiteY214" fmla="*/ 183 h 848138"/>
              <a:gd name="connsiteX215" fmla="*/ 273867 w 1876550"/>
              <a:gd name="connsiteY215" fmla="*/ 31949 h 848138"/>
              <a:gd name="connsiteX216" fmla="*/ 310354 w 1876550"/>
              <a:gd name="connsiteY216" fmla="*/ 120532 h 848138"/>
              <a:gd name="connsiteX217" fmla="*/ 273867 w 1876550"/>
              <a:gd name="connsiteY217" fmla="*/ 208277 h 848138"/>
              <a:gd name="connsiteX218" fmla="*/ 245878 w 1876550"/>
              <a:gd name="connsiteY218" fmla="*/ 226289 h 848138"/>
              <a:gd name="connsiteX219" fmla="*/ 321509 w 1876550"/>
              <a:gd name="connsiteY219" fmla="*/ 356753 h 848138"/>
              <a:gd name="connsiteX220" fmla="*/ 231815 w 1876550"/>
              <a:gd name="connsiteY220" fmla="*/ 356753 h 848138"/>
              <a:gd name="connsiteX221" fmla="*/ 170206 w 1876550"/>
              <a:gd name="connsiteY221" fmla="*/ 240312 h 848138"/>
              <a:gd name="connsiteX222" fmla="*/ 99221 w 1876550"/>
              <a:gd name="connsiteY222" fmla="*/ 240312 h 848138"/>
              <a:gd name="connsiteX223" fmla="*/ 99221 w 1876550"/>
              <a:gd name="connsiteY223" fmla="*/ 356753 h 848138"/>
              <a:gd name="connsiteX224" fmla="*/ 21202 w 1876550"/>
              <a:gd name="connsiteY224" fmla="*/ 356753 h 848138"/>
              <a:gd name="connsiteX225" fmla="*/ 1714417 w 1876550"/>
              <a:gd name="connsiteY225" fmla="*/ 148 h 848138"/>
              <a:gd name="connsiteX226" fmla="*/ 1790771 w 1876550"/>
              <a:gd name="connsiteY226" fmla="*/ 148 h 848138"/>
              <a:gd name="connsiteX227" fmla="*/ 1790771 w 1876550"/>
              <a:gd name="connsiteY227" fmla="*/ 78161 h 848138"/>
              <a:gd name="connsiteX228" fmla="*/ 1876323 w 1876550"/>
              <a:gd name="connsiteY228" fmla="*/ 78161 h 848138"/>
              <a:gd name="connsiteX229" fmla="*/ 1876323 w 1876550"/>
              <a:gd name="connsiteY229" fmla="*/ 141671 h 848138"/>
              <a:gd name="connsiteX230" fmla="*/ 1790771 w 1876550"/>
              <a:gd name="connsiteY230" fmla="*/ 141671 h 848138"/>
              <a:gd name="connsiteX231" fmla="*/ 1790771 w 1876550"/>
              <a:gd name="connsiteY231" fmla="*/ 246972 h 848138"/>
              <a:gd name="connsiteX232" fmla="*/ 1800229 w 1876550"/>
              <a:gd name="connsiteY232" fmla="*/ 277050 h 848138"/>
              <a:gd name="connsiteX233" fmla="*/ 1830314 w 1876550"/>
              <a:gd name="connsiteY233" fmla="*/ 286523 h 848138"/>
              <a:gd name="connsiteX234" fmla="*/ 1876550 w 1876550"/>
              <a:gd name="connsiteY234" fmla="*/ 286523 h 848138"/>
              <a:gd name="connsiteX235" fmla="*/ 1876550 w 1876550"/>
              <a:gd name="connsiteY235" fmla="*/ 356727 h 848138"/>
              <a:gd name="connsiteX236" fmla="*/ 1828079 w 1876550"/>
              <a:gd name="connsiteY236" fmla="*/ 356727 h 848138"/>
              <a:gd name="connsiteX237" fmla="*/ 1762904 w 1876550"/>
              <a:gd name="connsiteY237" fmla="*/ 345864 h 848138"/>
              <a:gd name="connsiteX238" fmla="*/ 1726124 w 1876550"/>
              <a:gd name="connsiteY238" fmla="*/ 311872 h 848138"/>
              <a:gd name="connsiteX239" fmla="*/ 1714417 w 1876550"/>
              <a:gd name="connsiteY239" fmla="*/ 253082 h 848138"/>
              <a:gd name="connsiteX240" fmla="*/ 1595217 w 1876550"/>
              <a:gd name="connsiteY240" fmla="*/ 0 h 848138"/>
              <a:gd name="connsiteX241" fmla="*/ 1671555 w 1876550"/>
              <a:gd name="connsiteY241" fmla="*/ 0 h 848138"/>
              <a:gd name="connsiteX242" fmla="*/ 1671555 w 1876550"/>
              <a:gd name="connsiteY242" fmla="*/ 356555 h 848138"/>
              <a:gd name="connsiteX243" fmla="*/ 1595217 w 1876550"/>
              <a:gd name="connsiteY243" fmla="*/ 356555 h 84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</a:cxnLst>
            <a:rect l="l" t="t" r="r" b="b"/>
            <a:pathLst>
              <a:path w="1876550" h="848138">
                <a:moveTo>
                  <a:pt x="738002" y="525573"/>
                </a:moveTo>
                <a:cubicBezTo>
                  <a:pt x="724247" y="525573"/>
                  <a:pt x="711898" y="528742"/>
                  <a:pt x="700955" y="535046"/>
                </a:cubicBezTo>
                <a:cubicBezTo>
                  <a:pt x="689978" y="541375"/>
                  <a:pt x="681358" y="550273"/>
                  <a:pt x="675053" y="561785"/>
                </a:cubicBezTo>
                <a:cubicBezTo>
                  <a:pt x="668733" y="573297"/>
                  <a:pt x="665580" y="587043"/>
                  <a:pt x="665580" y="603017"/>
                </a:cubicBezTo>
                <a:cubicBezTo>
                  <a:pt x="665580" y="618616"/>
                  <a:pt x="668733" y="632175"/>
                  <a:pt x="675053" y="643688"/>
                </a:cubicBezTo>
                <a:cubicBezTo>
                  <a:pt x="681358" y="655209"/>
                  <a:pt x="689978" y="664113"/>
                  <a:pt x="700955" y="670426"/>
                </a:cubicBezTo>
                <a:cubicBezTo>
                  <a:pt x="711898" y="676747"/>
                  <a:pt x="724247" y="679900"/>
                  <a:pt x="738002" y="679900"/>
                </a:cubicBezTo>
                <a:cubicBezTo>
                  <a:pt x="752115" y="679900"/>
                  <a:pt x="764651" y="676747"/>
                  <a:pt x="775603" y="670426"/>
                </a:cubicBezTo>
                <a:cubicBezTo>
                  <a:pt x="786555" y="664113"/>
                  <a:pt x="795199" y="655209"/>
                  <a:pt x="801512" y="643688"/>
                </a:cubicBezTo>
                <a:cubicBezTo>
                  <a:pt x="807816" y="632175"/>
                  <a:pt x="810977" y="618616"/>
                  <a:pt x="810977" y="603017"/>
                </a:cubicBezTo>
                <a:cubicBezTo>
                  <a:pt x="810977" y="587043"/>
                  <a:pt x="807816" y="573297"/>
                  <a:pt x="801512" y="561785"/>
                </a:cubicBezTo>
                <a:cubicBezTo>
                  <a:pt x="795199" y="550273"/>
                  <a:pt x="786555" y="541375"/>
                  <a:pt x="775603" y="535046"/>
                </a:cubicBezTo>
                <a:cubicBezTo>
                  <a:pt x="764651" y="528742"/>
                  <a:pt x="752115" y="525573"/>
                  <a:pt x="738002" y="525573"/>
                </a:cubicBezTo>
                <a:close/>
                <a:moveTo>
                  <a:pt x="1371202" y="525569"/>
                </a:moveTo>
                <a:cubicBezTo>
                  <a:pt x="1357447" y="525569"/>
                  <a:pt x="1345203" y="528737"/>
                  <a:pt x="1334422" y="535042"/>
                </a:cubicBezTo>
                <a:cubicBezTo>
                  <a:pt x="1323658" y="541371"/>
                  <a:pt x="1315103" y="550267"/>
                  <a:pt x="1308798" y="561780"/>
                </a:cubicBezTo>
                <a:cubicBezTo>
                  <a:pt x="1302485" y="573292"/>
                  <a:pt x="1299340" y="587040"/>
                  <a:pt x="1299340" y="603013"/>
                </a:cubicBezTo>
                <a:cubicBezTo>
                  <a:pt x="1299340" y="618612"/>
                  <a:pt x="1302485" y="632172"/>
                  <a:pt x="1308798" y="643684"/>
                </a:cubicBezTo>
                <a:cubicBezTo>
                  <a:pt x="1315103" y="655204"/>
                  <a:pt x="1323658" y="664109"/>
                  <a:pt x="1334422" y="670422"/>
                </a:cubicBezTo>
                <a:cubicBezTo>
                  <a:pt x="1345203" y="676743"/>
                  <a:pt x="1357447" y="679895"/>
                  <a:pt x="1371202" y="679895"/>
                </a:cubicBezTo>
                <a:cubicBezTo>
                  <a:pt x="1384940" y="679895"/>
                  <a:pt x="1397208" y="676743"/>
                  <a:pt x="1407974" y="670422"/>
                </a:cubicBezTo>
                <a:cubicBezTo>
                  <a:pt x="1418748" y="664109"/>
                  <a:pt x="1427277" y="655204"/>
                  <a:pt x="1433607" y="643684"/>
                </a:cubicBezTo>
                <a:cubicBezTo>
                  <a:pt x="1439912" y="632172"/>
                  <a:pt x="1443064" y="618612"/>
                  <a:pt x="1443064" y="603013"/>
                </a:cubicBezTo>
                <a:cubicBezTo>
                  <a:pt x="1443064" y="587040"/>
                  <a:pt x="1439912" y="573292"/>
                  <a:pt x="1433607" y="561780"/>
                </a:cubicBezTo>
                <a:cubicBezTo>
                  <a:pt x="1427277" y="550267"/>
                  <a:pt x="1418748" y="541371"/>
                  <a:pt x="1407974" y="535042"/>
                </a:cubicBezTo>
                <a:cubicBezTo>
                  <a:pt x="1397208" y="528737"/>
                  <a:pt x="1384940" y="525569"/>
                  <a:pt x="1371202" y="525569"/>
                </a:cubicBezTo>
                <a:close/>
                <a:moveTo>
                  <a:pt x="918163" y="463734"/>
                </a:moveTo>
                <a:lnTo>
                  <a:pt x="994517" y="463734"/>
                </a:lnTo>
                <a:lnTo>
                  <a:pt x="994517" y="621407"/>
                </a:lnTo>
                <a:cubicBezTo>
                  <a:pt x="994517" y="640727"/>
                  <a:pt x="999514" y="655302"/>
                  <a:pt x="1009540" y="665134"/>
                </a:cubicBezTo>
                <a:cubicBezTo>
                  <a:pt x="1019573" y="674997"/>
                  <a:pt x="1032946" y="679920"/>
                  <a:pt x="1049658" y="679920"/>
                </a:cubicBezTo>
                <a:cubicBezTo>
                  <a:pt x="1066744" y="679920"/>
                  <a:pt x="1080198" y="674997"/>
                  <a:pt x="1090054" y="665134"/>
                </a:cubicBezTo>
                <a:cubicBezTo>
                  <a:pt x="1099901" y="655302"/>
                  <a:pt x="1104825" y="640727"/>
                  <a:pt x="1104825" y="621407"/>
                </a:cubicBezTo>
                <a:lnTo>
                  <a:pt x="1104825" y="463734"/>
                </a:lnTo>
                <a:lnTo>
                  <a:pt x="1181139" y="463734"/>
                </a:lnTo>
                <a:lnTo>
                  <a:pt x="1181139" y="629767"/>
                </a:lnTo>
                <a:cubicBezTo>
                  <a:pt x="1181139" y="653547"/>
                  <a:pt x="1175565" y="674331"/>
                  <a:pt x="1164426" y="692164"/>
                </a:cubicBezTo>
                <a:cubicBezTo>
                  <a:pt x="1153287" y="709989"/>
                  <a:pt x="1137866" y="723736"/>
                  <a:pt x="1118189" y="733395"/>
                </a:cubicBezTo>
                <a:cubicBezTo>
                  <a:pt x="1098496" y="743039"/>
                  <a:pt x="1075640" y="747882"/>
                  <a:pt x="1049658" y="747882"/>
                </a:cubicBezTo>
                <a:cubicBezTo>
                  <a:pt x="1010279" y="747882"/>
                  <a:pt x="978512" y="737393"/>
                  <a:pt x="954382" y="716391"/>
                </a:cubicBezTo>
                <a:cubicBezTo>
                  <a:pt x="930252" y="695422"/>
                  <a:pt x="918163" y="666539"/>
                  <a:pt x="918163" y="629767"/>
                </a:cubicBezTo>
                <a:close/>
                <a:moveTo>
                  <a:pt x="576019" y="463506"/>
                </a:moveTo>
                <a:lnTo>
                  <a:pt x="576019" y="537098"/>
                </a:lnTo>
                <a:cubicBezTo>
                  <a:pt x="527052" y="537098"/>
                  <a:pt x="502516" y="558530"/>
                  <a:pt x="490240" y="578745"/>
                </a:cubicBezTo>
                <a:cubicBezTo>
                  <a:pt x="481823" y="592572"/>
                  <a:pt x="477907" y="608674"/>
                  <a:pt x="477907" y="624867"/>
                </a:cubicBezTo>
                <a:lnTo>
                  <a:pt x="477907" y="742349"/>
                </a:lnTo>
                <a:lnTo>
                  <a:pt x="401584" y="742349"/>
                </a:lnTo>
                <a:lnTo>
                  <a:pt x="401584" y="463781"/>
                </a:lnTo>
                <a:lnTo>
                  <a:pt x="464713" y="463781"/>
                </a:lnTo>
                <a:lnTo>
                  <a:pt x="476655" y="503633"/>
                </a:lnTo>
                <a:cubicBezTo>
                  <a:pt x="502589" y="481103"/>
                  <a:pt x="535705" y="463506"/>
                  <a:pt x="576019" y="463506"/>
                </a:cubicBezTo>
                <a:close/>
                <a:moveTo>
                  <a:pt x="738002" y="458164"/>
                </a:moveTo>
                <a:cubicBezTo>
                  <a:pt x="766592" y="458164"/>
                  <a:pt x="792217" y="464209"/>
                  <a:pt x="814884" y="476265"/>
                </a:cubicBezTo>
                <a:cubicBezTo>
                  <a:pt x="837536" y="488339"/>
                  <a:pt x="855352" y="505237"/>
                  <a:pt x="868368" y="526978"/>
                </a:cubicBezTo>
                <a:cubicBezTo>
                  <a:pt x="881368" y="548704"/>
                  <a:pt x="887883" y="574036"/>
                  <a:pt x="887883" y="603017"/>
                </a:cubicBezTo>
                <a:cubicBezTo>
                  <a:pt x="887883" y="631989"/>
                  <a:pt x="881368" y="657346"/>
                  <a:pt x="868368" y="679062"/>
                </a:cubicBezTo>
                <a:cubicBezTo>
                  <a:pt x="855352" y="700788"/>
                  <a:pt x="837536" y="717703"/>
                  <a:pt x="814884" y="729768"/>
                </a:cubicBezTo>
                <a:cubicBezTo>
                  <a:pt x="792217" y="741833"/>
                  <a:pt x="766592" y="747869"/>
                  <a:pt x="738002" y="747869"/>
                </a:cubicBezTo>
                <a:cubicBezTo>
                  <a:pt x="709387" y="747869"/>
                  <a:pt x="683861" y="741833"/>
                  <a:pt x="661396" y="729768"/>
                </a:cubicBezTo>
                <a:cubicBezTo>
                  <a:pt x="638923" y="717703"/>
                  <a:pt x="621187" y="700788"/>
                  <a:pt x="608188" y="679062"/>
                </a:cubicBezTo>
                <a:cubicBezTo>
                  <a:pt x="595181" y="657346"/>
                  <a:pt x="588689" y="631989"/>
                  <a:pt x="588689" y="603017"/>
                </a:cubicBezTo>
                <a:cubicBezTo>
                  <a:pt x="588689" y="574036"/>
                  <a:pt x="595181" y="548704"/>
                  <a:pt x="608188" y="526978"/>
                </a:cubicBezTo>
                <a:cubicBezTo>
                  <a:pt x="621187" y="505237"/>
                  <a:pt x="638923" y="488339"/>
                  <a:pt x="661396" y="476265"/>
                </a:cubicBezTo>
                <a:cubicBezTo>
                  <a:pt x="683861" y="464209"/>
                  <a:pt x="709387" y="458164"/>
                  <a:pt x="738002" y="458164"/>
                </a:cubicBezTo>
                <a:close/>
                <a:moveTo>
                  <a:pt x="1381788" y="458159"/>
                </a:moveTo>
                <a:cubicBezTo>
                  <a:pt x="1406666" y="458159"/>
                  <a:pt x="1429495" y="464204"/>
                  <a:pt x="1450311" y="476261"/>
                </a:cubicBezTo>
                <a:cubicBezTo>
                  <a:pt x="1471110" y="488334"/>
                  <a:pt x="1487936" y="505234"/>
                  <a:pt x="1500740" y="526975"/>
                </a:cubicBezTo>
                <a:cubicBezTo>
                  <a:pt x="1513561" y="548700"/>
                  <a:pt x="1519963" y="574033"/>
                  <a:pt x="1519963" y="603013"/>
                </a:cubicBezTo>
                <a:cubicBezTo>
                  <a:pt x="1519963" y="631984"/>
                  <a:pt x="1513561" y="657341"/>
                  <a:pt x="1500740" y="679059"/>
                </a:cubicBezTo>
                <a:cubicBezTo>
                  <a:pt x="1487936" y="700783"/>
                  <a:pt x="1471110" y="717699"/>
                  <a:pt x="1450311" y="729763"/>
                </a:cubicBezTo>
                <a:cubicBezTo>
                  <a:pt x="1429495" y="741828"/>
                  <a:pt x="1406666" y="747865"/>
                  <a:pt x="1381788" y="747865"/>
                </a:cubicBezTo>
                <a:cubicBezTo>
                  <a:pt x="1358381" y="747865"/>
                  <a:pt x="1337575" y="742016"/>
                  <a:pt x="1319392" y="730316"/>
                </a:cubicBezTo>
                <a:cubicBezTo>
                  <a:pt x="1314217" y="726984"/>
                  <a:pt x="1309382" y="723247"/>
                  <a:pt x="1304906" y="719120"/>
                </a:cubicBezTo>
                <a:lnTo>
                  <a:pt x="1304906" y="848138"/>
                </a:lnTo>
                <a:lnTo>
                  <a:pt x="1228576" y="848138"/>
                </a:lnTo>
                <a:lnTo>
                  <a:pt x="1228576" y="463733"/>
                </a:lnTo>
                <a:lnTo>
                  <a:pt x="1282628" y="463733"/>
                </a:lnTo>
                <a:lnTo>
                  <a:pt x="1296805" y="492104"/>
                </a:lnTo>
                <a:cubicBezTo>
                  <a:pt x="1302801" y="486132"/>
                  <a:pt x="1309415" y="480852"/>
                  <a:pt x="1316605" y="476261"/>
                </a:cubicBezTo>
                <a:cubicBezTo>
                  <a:pt x="1335552" y="464204"/>
                  <a:pt x="1357268" y="458159"/>
                  <a:pt x="1381788" y="458159"/>
                </a:cubicBezTo>
                <a:close/>
                <a:moveTo>
                  <a:pt x="186101" y="380162"/>
                </a:moveTo>
                <a:cubicBezTo>
                  <a:pt x="219517" y="380162"/>
                  <a:pt x="248570" y="386100"/>
                  <a:pt x="273277" y="397978"/>
                </a:cubicBezTo>
                <a:cubicBezTo>
                  <a:pt x="297960" y="409881"/>
                  <a:pt x="317849" y="425480"/>
                  <a:pt x="332895" y="444775"/>
                </a:cubicBezTo>
                <a:cubicBezTo>
                  <a:pt x="347933" y="464096"/>
                  <a:pt x="357309" y="484895"/>
                  <a:pt x="361022" y="507172"/>
                </a:cubicBezTo>
                <a:lnTo>
                  <a:pt x="279696" y="507172"/>
                </a:lnTo>
                <a:cubicBezTo>
                  <a:pt x="277088" y="498260"/>
                  <a:pt x="271790" y="489543"/>
                  <a:pt x="263821" y="480995"/>
                </a:cubicBezTo>
                <a:cubicBezTo>
                  <a:pt x="255809" y="472440"/>
                  <a:pt x="245410" y="465396"/>
                  <a:pt x="232606" y="459822"/>
                </a:cubicBezTo>
                <a:cubicBezTo>
                  <a:pt x="219802" y="454257"/>
                  <a:pt x="204471" y="451462"/>
                  <a:pt x="186653" y="451462"/>
                </a:cubicBezTo>
                <a:cubicBezTo>
                  <a:pt x="165839" y="451462"/>
                  <a:pt x="147372" y="456102"/>
                  <a:pt x="131220" y="465396"/>
                </a:cubicBezTo>
                <a:cubicBezTo>
                  <a:pt x="115044" y="474682"/>
                  <a:pt x="102426" y="487674"/>
                  <a:pt x="93327" y="504401"/>
                </a:cubicBezTo>
                <a:cubicBezTo>
                  <a:pt x="84219" y="521106"/>
                  <a:pt x="79686" y="540978"/>
                  <a:pt x="79686" y="564003"/>
                </a:cubicBezTo>
                <a:cubicBezTo>
                  <a:pt x="79686" y="587037"/>
                  <a:pt x="84309" y="607097"/>
                  <a:pt x="93603" y="624174"/>
                </a:cubicBezTo>
                <a:cubicBezTo>
                  <a:pt x="102889" y="641260"/>
                  <a:pt x="115799" y="654446"/>
                  <a:pt x="132324" y="663725"/>
                </a:cubicBezTo>
                <a:cubicBezTo>
                  <a:pt x="148842" y="673027"/>
                  <a:pt x="167707" y="677658"/>
                  <a:pt x="188871" y="677658"/>
                </a:cubicBezTo>
                <a:cubicBezTo>
                  <a:pt x="208565" y="677658"/>
                  <a:pt x="225733" y="674603"/>
                  <a:pt x="240413" y="668478"/>
                </a:cubicBezTo>
                <a:cubicBezTo>
                  <a:pt x="255070" y="662335"/>
                  <a:pt x="266599" y="653138"/>
                  <a:pt x="274943" y="640886"/>
                </a:cubicBezTo>
                <a:cubicBezTo>
                  <a:pt x="281183" y="631771"/>
                  <a:pt x="285269" y="620981"/>
                  <a:pt x="287276" y="608575"/>
                </a:cubicBezTo>
                <a:lnTo>
                  <a:pt x="167146" y="608575"/>
                </a:lnTo>
                <a:lnTo>
                  <a:pt x="167146" y="542832"/>
                </a:lnTo>
                <a:lnTo>
                  <a:pt x="367717" y="542832"/>
                </a:lnTo>
                <a:cubicBezTo>
                  <a:pt x="368464" y="547665"/>
                  <a:pt x="368903" y="552784"/>
                  <a:pt x="369106" y="558154"/>
                </a:cubicBezTo>
                <a:cubicBezTo>
                  <a:pt x="369293" y="563541"/>
                  <a:pt x="369366" y="568846"/>
                  <a:pt x="369366" y="574030"/>
                </a:cubicBezTo>
                <a:cubicBezTo>
                  <a:pt x="369366" y="610062"/>
                  <a:pt x="361396" y="641089"/>
                  <a:pt x="345422" y="667071"/>
                </a:cubicBezTo>
                <a:cubicBezTo>
                  <a:pt x="329451" y="693070"/>
                  <a:pt x="307823" y="713033"/>
                  <a:pt x="280533" y="726967"/>
                </a:cubicBezTo>
                <a:cubicBezTo>
                  <a:pt x="253217" y="740884"/>
                  <a:pt x="222303" y="747863"/>
                  <a:pt x="187766" y="747863"/>
                </a:cubicBezTo>
                <a:cubicBezTo>
                  <a:pt x="161028" y="747863"/>
                  <a:pt x="136232" y="743305"/>
                  <a:pt x="113395" y="734205"/>
                </a:cubicBezTo>
                <a:cubicBezTo>
                  <a:pt x="90549" y="725106"/>
                  <a:pt x="70667" y="712203"/>
                  <a:pt x="53760" y="695491"/>
                </a:cubicBezTo>
                <a:cubicBezTo>
                  <a:pt x="36862" y="678779"/>
                  <a:pt x="23684" y="659264"/>
                  <a:pt x="14218" y="636995"/>
                </a:cubicBezTo>
                <a:cubicBezTo>
                  <a:pt x="4737" y="614701"/>
                  <a:pt x="0" y="590392"/>
                  <a:pt x="0" y="564003"/>
                </a:cubicBezTo>
                <a:cubicBezTo>
                  <a:pt x="0" y="537632"/>
                  <a:pt x="4647" y="513299"/>
                  <a:pt x="13934" y="491020"/>
                </a:cubicBezTo>
                <a:cubicBezTo>
                  <a:pt x="23213" y="468744"/>
                  <a:pt x="36236" y="449333"/>
                  <a:pt x="52948" y="432809"/>
                </a:cubicBezTo>
                <a:cubicBezTo>
                  <a:pt x="69652" y="416283"/>
                  <a:pt x="89321" y="403365"/>
                  <a:pt x="111988" y="394079"/>
                </a:cubicBezTo>
                <a:cubicBezTo>
                  <a:pt x="134648" y="384800"/>
                  <a:pt x="159346" y="380162"/>
                  <a:pt x="186101" y="380162"/>
                </a:cubicBezTo>
                <a:close/>
                <a:moveTo>
                  <a:pt x="1100933" y="140027"/>
                </a:moveTo>
                <a:cubicBezTo>
                  <a:pt x="1087203" y="140027"/>
                  <a:pt x="1074935" y="143172"/>
                  <a:pt x="1064161" y="149501"/>
                </a:cubicBezTo>
                <a:cubicBezTo>
                  <a:pt x="1053397" y="155813"/>
                  <a:pt x="1044842" y="164726"/>
                  <a:pt x="1038537" y="176238"/>
                </a:cubicBezTo>
                <a:cubicBezTo>
                  <a:pt x="1032233" y="187751"/>
                  <a:pt x="1029064" y="201498"/>
                  <a:pt x="1029064" y="217470"/>
                </a:cubicBezTo>
                <a:cubicBezTo>
                  <a:pt x="1029064" y="233069"/>
                  <a:pt x="1032233" y="246629"/>
                  <a:pt x="1038537" y="258134"/>
                </a:cubicBezTo>
                <a:cubicBezTo>
                  <a:pt x="1044842" y="269646"/>
                  <a:pt x="1053397" y="278568"/>
                  <a:pt x="1064161" y="284880"/>
                </a:cubicBezTo>
                <a:cubicBezTo>
                  <a:pt x="1074935" y="291201"/>
                  <a:pt x="1087203" y="294353"/>
                  <a:pt x="1100933" y="294353"/>
                </a:cubicBezTo>
                <a:cubicBezTo>
                  <a:pt x="1114681" y="294353"/>
                  <a:pt x="1126932" y="291201"/>
                  <a:pt x="1137705" y="284880"/>
                </a:cubicBezTo>
                <a:cubicBezTo>
                  <a:pt x="1148470" y="278568"/>
                  <a:pt x="1157017" y="269646"/>
                  <a:pt x="1163330" y="258134"/>
                </a:cubicBezTo>
                <a:cubicBezTo>
                  <a:pt x="1169643" y="246629"/>
                  <a:pt x="1172803" y="233069"/>
                  <a:pt x="1172803" y="217470"/>
                </a:cubicBezTo>
                <a:cubicBezTo>
                  <a:pt x="1172803" y="201498"/>
                  <a:pt x="1169643" y="187751"/>
                  <a:pt x="1163330" y="176238"/>
                </a:cubicBezTo>
                <a:cubicBezTo>
                  <a:pt x="1157017" y="164726"/>
                  <a:pt x="1148470" y="155813"/>
                  <a:pt x="1137705" y="149501"/>
                </a:cubicBezTo>
                <a:cubicBezTo>
                  <a:pt x="1126932" y="143172"/>
                  <a:pt x="1114681" y="140027"/>
                  <a:pt x="1100933" y="140027"/>
                </a:cubicBezTo>
                <a:close/>
                <a:moveTo>
                  <a:pt x="473731" y="135036"/>
                </a:moveTo>
                <a:cubicBezTo>
                  <a:pt x="461472" y="135036"/>
                  <a:pt x="450219" y="137539"/>
                  <a:pt x="440022" y="142552"/>
                </a:cubicBezTo>
                <a:cubicBezTo>
                  <a:pt x="429786" y="147565"/>
                  <a:pt x="421629" y="156023"/>
                  <a:pt x="415495" y="167900"/>
                </a:cubicBezTo>
                <a:cubicBezTo>
                  <a:pt x="412668" y="173409"/>
                  <a:pt x="410482" y="179909"/>
                  <a:pt x="408963" y="187408"/>
                </a:cubicBezTo>
                <a:lnTo>
                  <a:pt x="539621" y="187408"/>
                </a:lnTo>
                <a:cubicBezTo>
                  <a:pt x="538257" y="178113"/>
                  <a:pt x="535462" y="170111"/>
                  <a:pt x="531099" y="163440"/>
                </a:cubicBezTo>
                <a:cubicBezTo>
                  <a:pt x="524794" y="153797"/>
                  <a:pt x="516630" y="146655"/>
                  <a:pt x="506578" y="142000"/>
                </a:cubicBezTo>
                <a:cubicBezTo>
                  <a:pt x="496553" y="137368"/>
                  <a:pt x="485593" y="135036"/>
                  <a:pt x="473731" y="135036"/>
                </a:cubicBezTo>
                <a:close/>
                <a:moveTo>
                  <a:pt x="1288935" y="78176"/>
                </a:moveTo>
                <a:lnTo>
                  <a:pt x="1365281" y="78176"/>
                </a:lnTo>
                <a:lnTo>
                  <a:pt x="1365281" y="235850"/>
                </a:lnTo>
                <a:cubicBezTo>
                  <a:pt x="1365281" y="255170"/>
                  <a:pt x="1370295" y="269746"/>
                  <a:pt x="1380312" y="279576"/>
                </a:cubicBezTo>
                <a:cubicBezTo>
                  <a:pt x="1390362" y="289439"/>
                  <a:pt x="1403719" y="294363"/>
                  <a:pt x="1420431" y="294363"/>
                </a:cubicBezTo>
                <a:cubicBezTo>
                  <a:pt x="1437508" y="294363"/>
                  <a:pt x="1450980" y="289439"/>
                  <a:pt x="1460827" y="279576"/>
                </a:cubicBezTo>
                <a:cubicBezTo>
                  <a:pt x="1470674" y="269746"/>
                  <a:pt x="1475589" y="255170"/>
                  <a:pt x="1475589" y="235850"/>
                </a:cubicBezTo>
                <a:lnTo>
                  <a:pt x="1475589" y="78176"/>
                </a:lnTo>
                <a:lnTo>
                  <a:pt x="1551902" y="78176"/>
                </a:lnTo>
                <a:lnTo>
                  <a:pt x="1551902" y="244210"/>
                </a:lnTo>
                <a:cubicBezTo>
                  <a:pt x="1551902" y="267991"/>
                  <a:pt x="1546345" y="288773"/>
                  <a:pt x="1535190" y="306607"/>
                </a:cubicBezTo>
                <a:cubicBezTo>
                  <a:pt x="1524067" y="324432"/>
                  <a:pt x="1508647" y="338178"/>
                  <a:pt x="1488953" y="347839"/>
                </a:cubicBezTo>
                <a:cubicBezTo>
                  <a:pt x="1469284" y="357483"/>
                  <a:pt x="1446430" y="362325"/>
                  <a:pt x="1420431" y="362325"/>
                </a:cubicBezTo>
                <a:cubicBezTo>
                  <a:pt x="1381051" y="362325"/>
                  <a:pt x="1349300" y="351836"/>
                  <a:pt x="1325163" y="330834"/>
                </a:cubicBezTo>
                <a:cubicBezTo>
                  <a:pt x="1301025" y="309864"/>
                  <a:pt x="1288935" y="280981"/>
                  <a:pt x="1288935" y="244210"/>
                </a:cubicBezTo>
                <a:close/>
                <a:moveTo>
                  <a:pt x="475942" y="72641"/>
                </a:moveTo>
                <a:cubicBezTo>
                  <a:pt x="503053" y="72641"/>
                  <a:pt x="527012" y="78490"/>
                  <a:pt x="547811" y="90189"/>
                </a:cubicBezTo>
                <a:cubicBezTo>
                  <a:pt x="568610" y="101880"/>
                  <a:pt x="584965" y="118422"/>
                  <a:pt x="596842" y="139773"/>
                </a:cubicBezTo>
                <a:cubicBezTo>
                  <a:pt x="608745" y="161133"/>
                  <a:pt x="614668" y="186669"/>
                  <a:pt x="614668" y="216380"/>
                </a:cubicBezTo>
                <a:cubicBezTo>
                  <a:pt x="614668" y="228127"/>
                  <a:pt x="613920" y="234961"/>
                  <a:pt x="613555" y="238666"/>
                </a:cubicBezTo>
                <a:lnTo>
                  <a:pt x="407865" y="238666"/>
                </a:lnTo>
                <a:cubicBezTo>
                  <a:pt x="409385" y="248277"/>
                  <a:pt x="412017" y="256637"/>
                  <a:pt x="415780" y="263738"/>
                </a:cubicBezTo>
                <a:cubicBezTo>
                  <a:pt x="422092" y="275632"/>
                  <a:pt x="430810" y="284349"/>
                  <a:pt x="441965" y="289923"/>
                </a:cubicBezTo>
                <a:cubicBezTo>
                  <a:pt x="453120" y="295489"/>
                  <a:pt x="465542" y="298268"/>
                  <a:pt x="479288" y="298268"/>
                </a:cubicBezTo>
                <a:cubicBezTo>
                  <a:pt x="490443" y="298268"/>
                  <a:pt x="499802" y="296796"/>
                  <a:pt x="507432" y="293824"/>
                </a:cubicBezTo>
                <a:cubicBezTo>
                  <a:pt x="515020" y="290841"/>
                  <a:pt x="521349" y="286666"/>
                  <a:pt x="526378" y="281279"/>
                </a:cubicBezTo>
                <a:cubicBezTo>
                  <a:pt x="531375" y="275908"/>
                  <a:pt x="534820" y="269855"/>
                  <a:pt x="536681" y="263161"/>
                </a:cubicBezTo>
                <a:lnTo>
                  <a:pt x="612442" y="263161"/>
                </a:lnTo>
                <a:cubicBezTo>
                  <a:pt x="609460" y="282871"/>
                  <a:pt x="601856" y="300136"/>
                  <a:pt x="589588" y="314995"/>
                </a:cubicBezTo>
                <a:cubicBezTo>
                  <a:pt x="577335" y="329848"/>
                  <a:pt x="561834" y="341450"/>
                  <a:pt x="543090" y="349817"/>
                </a:cubicBezTo>
                <a:cubicBezTo>
                  <a:pt x="524323" y="358162"/>
                  <a:pt x="503053" y="362345"/>
                  <a:pt x="479288" y="362345"/>
                </a:cubicBezTo>
                <a:cubicBezTo>
                  <a:pt x="451064" y="362345"/>
                  <a:pt x="425886" y="356317"/>
                  <a:pt x="403795" y="344228"/>
                </a:cubicBezTo>
                <a:cubicBezTo>
                  <a:pt x="381697" y="332180"/>
                  <a:pt x="364343" y="315272"/>
                  <a:pt x="351701" y="293547"/>
                </a:cubicBezTo>
                <a:cubicBezTo>
                  <a:pt x="339075" y="271806"/>
                  <a:pt x="332770" y="246457"/>
                  <a:pt x="332770" y="217493"/>
                </a:cubicBezTo>
                <a:cubicBezTo>
                  <a:pt x="332770" y="188521"/>
                  <a:pt x="338897" y="163164"/>
                  <a:pt x="351148" y="141438"/>
                </a:cubicBezTo>
                <a:cubicBezTo>
                  <a:pt x="363408" y="119714"/>
                  <a:pt x="380299" y="102823"/>
                  <a:pt x="401846" y="90741"/>
                </a:cubicBezTo>
                <a:cubicBezTo>
                  <a:pt x="423384" y="78676"/>
                  <a:pt x="448090" y="72641"/>
                  <a:pt x="475942" y="72641"/>
                </a:cubicBezTo>
                <a:close/>
                <a:moveTo>
                  <a:pt x="1089803" y="72618"/>
                </a:moveTo>
                <a:cubicBezTo>
                  <a:pt x="1114681" y="72618"/>
                  <a:pt x="1136503" y="78646"/>
                  <a:pt x="1155262" y="90720"/>
                </a:cubicBezTo>
                <a:cubicBezTo>
                  <a:pt x="1162485" y="95375"/>
                  <a:pt x="1169131" y="100761"/>
                  <a:pt x="1175176" y="106855"/>
                </a:cubicBezTo>
                <a:lnTo>
                  <a:pt x="1189515" y="78182"/>
                </a:lnTo>
                <a:lnTo>
                  <a:pt x="1243560" y="78182"/>
                </a:lnTo>
                <a:lnTo>
                  <a:pt x="1243560" y="356750"/>
                </a:lnTo>
                <a:lnTo>
                  <a:pt x="1189515" y="356750"/>
                </a:lnTo>
                <a:lnTo>
                  <a:pt x="1175176" y="328062"/>
                </a:lnTo>
                <a:cubicBezTo>
                  <a:pt x="1169131" y="334155"/>
                  <a:pt x="1162485" y="339550"/>
                  <a:pt x="1155262" y="344205"/>
                </a:cubicBezTo>
                <a:cubicBezTo>
                  <a:pt x="1136503" y="356287"/>
                  <a:pt x="1114681" y="362315"/>
                  <a:pt x="1089803" y="362315"/>
                </a:cubicBezTo>
                <a:cubicBezTo>
                  <a:pt x="1065291" y="362315"/>
                  <a:pt x="1042623" y="356287"/>
                  <a:pt x="1021824" y="344205"/>
                </a:cubicBezTo>
                <a:cubicBezTo>
                  <a:pt x="1001034" y="332140"/>
                  <a:pt x="984224" y="315241"/>
                  <a:pt x="971420" y="293516"/>
                </a:cubicBezTo>
                <a:cubicBezTo>
                  <a:pt x="958599" y="271775"/>
                  <a:pt x="952197" y="246426"/>
                  <a:pt x="952197" y="217470"/>
                </a:cubicBezTo>
                <a:cubicBezTo>
                  <a:pt x="952197" y="188490"/>
                  <a:pt x="958599" y="163142"/>
                  <a:pt x="971420" y="141417"/>
                </a:cubicBezTo>
                <a:cubicBezTo>
                  <a:pt x="984224" y="119691"/>
                  <a:pt x="1001034" y="102792"/>
                  <a:pt x="1021824" y="90720"/>
                </a:cubicBezTo>
                <a:cubicBezTo>
                  <a:pt x="1042623" y="78646"/>
                  <a:pt x="1065291" y="72618"/>
                  <a:pt x="1089803" y="72618"/>
                </a:cubicBezTo>
                <a:close/>
                <a:moveTo>
                  <a:pt x="802554" y="72613"/>
                </a:moveTo>
                <a:cubicBezTo>
                  <a:pt x="825204" y="72613"/>
                  <a:pt x="845353" y="77269"/>
                  <a:pt x="863008" y="86546"/>
                </a:cubicBezTo>
                <a:cubicBezTo>
                  <a:pt x="880630" y="95833"/>
                  <a:pt x="894661" y="109189"/>
                  <a:pt x="905069" y="126657"/>
                </a:cubicBezTo>
                <a:cubicBezTo>
                  <a:pt x="915452" y="144125"/>
                  <a:pt x="920667" y="164907"/>
                  <a:pt x="920667" y="189062"/>
                </a:cubicBezTo>
                <a:lnTo>
                  <a:pt x="920667" y="356745"/>
                </a:lnTo>
                <a:lnTo>
                  <a:pt x="844338" y="356745"/>
                </a:lnTo>
                <a:lnTo>
                  <a:pt x="844338" y="200753"/>
                </a:lnTo>
                <a:cubicBezTo>
                  <a:pt x="844338" y="188127"/>
                  <a:pt x="841924" y="177265"/>
                  <a:pt x="837099" y="168166"/>
                </a:cubicBezTo>
                <a:cubicBezTo>
                  <a:pt x="832273" y="159066"/>
                  <a:pt x="825480" y="152103"/>
                  <a:pt x="816771" y="147270"/>
                </a:cubicBezTo>
                <a:cubicBezTo>
                  <a:pt x="808029" y="142443"/>
                  <a:pt x="797905" y="140023"/>
                  <a:pt x="786393" y="140023"/>
                </a:cubicBezTo>
                <a:cubicBezTo>
                  <a:pt x="768577" y="140023"/>
                  <a:pt x="754366" y="145312"/>
                  <a:pt x="743764" y="155898"/>
                </a:cubicBezTo>
                <a:cubicBezTo>
                  <a:pt x="733193" y="166484"/>
                  <a:pt x="727904" y="181450"/>
                  <a:pt x="727904" y="200753"/>
                </a:cubicBezTo>
                <a:lnTo>
                  <a:pt x="727904" y="356745"/>
                </a:lnTo>
                <a:lnTo>
                  <a:pt x="651575" y="356745"/>
                </a:lnTo>
                <a:lnTo>
                  <a:pt x="651575" y="78186"/>
                </a:lnTo>
                <a:lnTo>
                  <a:pt x="705627" y="78186"/>
                </a:lnTo>
                <a:lnTo>
                  <a:pt x="719935" y="106817"/>
                </a:lnTo>
                <a:cubicBezTo>
                  <a:pt x="727491" y="98351"/>
                  <a:pt x="736606" y="91186"/>
                  <a:pt x="747404" y="85433"/>
                </a:cubicBezTo>
                <a:cubicBezTo>
                  <a:pt x="763360" y="76886"/>
                  <a:pt x="781738" y="72613"/>
                  <a:pt x="802554" y="72613"/>
                </a:cubicBezTo>
                <a:close/>
                <a:moveTo>
                  <a:pt x="99221" y="69274"/>
                </a:moveTo>
                <a:lnTo>
                  <a:pt x="99221" y="173455"/>
                </a:lnTo>
                <a:lnTo>
                  <a:pt x="174975" y="173455"/>
                </a:lnTo>
                <a:cubicBezTo>
                  <a:pt x="192792" y="173455"/>
                  <a:pt x="206629" y="168824"/>
                  <a:pt x="216476" y="159538"/>
                </a:cubicBezTo>
                <a:cubicBezTo>
                  <a:pt x="226323" y="150251"/>
                  <a:pt x="231245" y="137626"/>
                  <a:pt x="231245" y="121645"/>
                </a:cubicBezTo>
                <a:cubicBezTo>
                  <a:pt x="231245" y="104933"/>
                  <a:pt x="226323" y="92031"/>
                  <a:pt x="216476" y="82932"/>
                </a:cubicBezTo>
                <a:cubicBezTo>
                  <a:pt x="206629" y="73831"/>
                  <a:pt x="192792" y="69274"/>
                  <a:pt x="174975" y="69274"/>
                </a:cubicBezTo>
                <a:close/>
                <a:moveTo>
                  <a:pt x="21202" y="183"/>
                </a:moveTo>
                <a:lnTo>
                  <a:pt x="172741" y="183"/>
                </a:lnTo>
                <a:cubicBezTo>
                  <a:pt x="215817" y="183"/>
                  <a:pt x="249534" y="10785"/>
                  <a:pt x="273867" y="31949"/>
                </a:cubicBezTo>
                <a:cubicBezTo>
                  <a:pt x="298183" y="53122"/>
                  <a:pt x="310354" y="82647"/>
                  <a:pt x="310354" y="120532"/>
                </a:cubicBezTo>
                <a:cubicBezTo>
                  <a:pt x="310354" y="157669"/>
                  <a:pt x="298183" y="186925"/>
                  <a:pt x="273867" y="208277"/>
                </a:cubicBezTo>
                <a:cubicBezTo>
                  <a:pt x="265620" y="215533"/>
                  <a:pt x="256278" y="221503"/>
                  <a:pt x="245878" y="226289"/>
                </a:cubicBezTo>
                <a:lnTo>
                  <a:pt x="321509" y="356753"/>
                </a:lnTo>
                <a:lnTo>
                  <a:pt x="231815" y="356753"/>
                </a:lnTo>
                <a:lnTo>
                  <a:pt x="170206" y="240312"/>
                </a:lnTo>
                <a:lnTo>
                  <a:pt x="99221" y="240312"/>
                </a:lnTo>
                <a:lnTo>
                  <a:pt x="99221" y="356753"/>
                </a:lnTo>
                <a:lnTo>
                  <a:pt x="21202" y="356753"/>
                </a:lnTo>
                <a:close/>
                <a:moveTo>
                  <a:pt x="1714417" y="148"/>
                </a:moveTo>
                <a:lnTo>
                  <a:pt x="1790771" y="148"/>
                </a:lnTo>
                <a:lnTo>
                  <a:pt x="1790771" y="78161"/>
                </a:lnTo>
                <a:lnTo>
                  <a:pt x="1876323" y="78161"/>
                </a:lnTo>
                <a:lnTo>
                  <a:pt x="1876323" y="141671"/>
                </a:lnTo>
                <a:lnTo>
                  <a:pt x="1790771" y="141671"/>
                </a:lnTo>
                <a:lnTo>
                  <a:pt x="1790771" y="246972"/>
                </a:lnTo>
                <a:cubicBezTo>
                  <a:pt x="1790771" y="260727"/>
                  <a:pt x="1793924" y="270753"/>
                  <a:pt x="1800229" y="277050"/>
                </a:cubicBezTo>
                <a:cubicBezTo>
                  <a:pt x="1806532" y="283370"/>
                  <a:pt x="1816550" y="286523"/>
                  <a:pt x="1830314" y="286523"/>
                </a:cubicBezTo>
                <a:lnTo>
                  <a:pt x="1876550" y="286523"/>
                </a:lnTo>
                <a:lnTo>
                  <a:pt x="1876550" y="356727"/>
                </a:lnTo>
                <a:lnTo>
                  <a:pt x="1828079" y="356727"/>
                </a:lnTo>
                <a:cubicBezTo>
                  <a:pt x="1801342" y="356727"/>
                  <a:pt x="1779616" y="353096"/>
                  <a:pt x="1762904" y="345864"/>
                </a:cubicBezTo>
                <a:cubicBezTo>
                  <a:pt x="1746192" y="338610"/>
                  <a:pt x="1733933" y="327284"/>
                  <a:pt x="1726124" y="311872"/>
                </a:cubicBezTo>
                <a:cubicBezTo>
                  <a:pt x="1718325" y="296476"/>
                  <a:pt x="1714417" y="276879"/>
                  <a:pt x="1714417" y="253082"/>
                </a:cubicBezTo>
                <a:close/>
                <a:moveTo>
                  <a:pt x="1595217" y="0"/>
                </a:moveTo>
                <a:lnTo>
                  <a:pt x="1671555" y="0"/>
                </a:lnTo>
                <a:lnTo>
                  <a:pt x="1671555" y="356555"/>
                </a:lnTo>
                <a:lnTo>
                  <a:pt x="1595217" y="3565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0FB2424B-10F5-1B41-ADBD-C57057C87C19}"/>
              </a:ext>
            </a:extLst>
          </p:cNvPr>
          <p:cNvSpPr/>
          <p:nvPr/>
        </p:nvSpPr>
        <p:spPr>
          <a:xfrm>
            <a:off x="1333500" y="361950"/>
            <a:ext cx="9525000" cy="6134575"/>
          </a:xfrm>
          <a:custGeom>
            <a:avLst/>
            <a:gdLst>
              <a:gd name="connsiteX0" fmla="*/ 0 w 9525000"/>
              <a:gd name="connsiteY0" fmla="*/ 0 h 6134575"/>
              <a:gd name="connsiteX1" fmla="*/ 9525000 w 9525000"/>
              <a:gd name="connsiteY1" fmla="*/ 0 h 6134575"/>
              <a:gd name="connsiteX2" fmla="*/ 9525000 w 9525000"/>
              <a:gd name="connsiteY2" fmla="*/ 6134576 h 6134575"/>
              <a:gd name="connsiteX3" fmla="*/ 0 w 9525000"/>
              <a:gd name="connsiteY3" fmla="*/ 6134576 h 613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6134575">
                <a:moveTo>
                  <a:pt x="0" y="0"/>
                </a:moveTo>
                <a:lnTo>
                  <a:pt x="9525000" y="0"/>
                </a:lnTo>
                <a:lnTo>
                  <a:pt x="9525000" y="6134576"/>
                </a:lnTo>
                <a:lnTo>
                  <a:pt x="0" y="6134576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148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E7ACA1-781D-D245-A615-1BA99DDADC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1"/>
              <a:t>Presentation title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200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6400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F9978675-3FB6-FE46-A5F5-3A9220E47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776" y="873125"/>
            <a:ext cx="4197350" cy="5495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720000"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0AB671BF-7184-45C5-99F1-30B0853CDC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68752" y="873125"/>
            <a:ext cx="6535321" cy="5495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lang="en-GB" sz="1800" b="1" kern="1200" cap="all" baseline="0" noProof="1">
                <a:solidFill>
                  <a:schemeClr val="tx2"/>
                </a:solidFill>
                <a:latin typeface="Read" panose="020B0501020204020B04" pitchFamily="34" charset="0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693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12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noProof="1"/>
              <a:t>Text level 1</a:t>
            </a:r>
          </a:p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GB" noProof="1"/>
              <a:t>Text level 2</a:t>
            </a:r>
          </a:p>
          <a:p>
            <a:pPr marL="269875" lvl="2" indent="-18256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noProof="1"/>
              <a:t>Text level 3</a:t>
            </a:r>
          </a:p>
          <a:p>
            <a:pPr marL="357188" lvl="3" indent="-17621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</a:pPr>
            <a:r>
              <a:rPr lang="en-GB" noProof="1"/>
              <a:t>Text level 4</a:t>
            </a:r>
          </a:p>
          <a:p>
            <a:pPr marL="539750" lvl="4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5</a:t>
            </a:r>
          </a:p>
          <a:p>
            <a:pPr marL="714375" lvl="5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6</a:t>
            </a:r>
          </a:p>
          <a:p>
            <a:pPr marL="896938" lvl="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7</a:t>
            </a:r>
          </a:p>
          <a:p>
            <a:pPr marL="1079500" lvl="7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8</a:t>
            </a:r>
          </a:p>
          <a:p>
            <a:pPr marL="1254125" lvl="8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9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52CFE5-30E5-4E2E-B88B-9CF103BDC6C3}"/>
              </a:ext>
            </a:extLst>
          </p:cNvPr>
          <p:cNvSpPr txBox="1"/>
          <p:nvPr userDrawn="1"/>
        </p:nvSpPr>
        <p:spPr>
          <a:xfrm>
            <a:off x="10733088" y="6661574"/>
            <a:ext cx="1353312" cy="144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Renault</a:t>
            </a:r>
          </a:p>
        </p:txBody>
      </p:sp>
    </p:spTree>
    <p:extLst>
      <p:ext uri="{BB962C8B-B14F-4D97-AF65-F5344CB8AC3E}">
        <p14:creationId xmlns:p14="http://schemas.microsoft.com/office/powerpoint/2010/main" val="4207591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0">
          <p15:clr>
            <a:srgbClr val="5ACBF0"/>
          </p15:clr>
        </p15:guide>
        <p15:guide id="2" pos="325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E7ACA1-781D-D245-A615-1BA99DDADC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1"/>
              <a:t>Presentation title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651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6400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BA7F692-6109-4850-BB77-52C7765E2D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6" y="873125"/>
            <a:ext cx="11218298" cy="5495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 b="1" cap="all" baseline="0">
                <a:solidFill>
                  <a:schemeClr val="tx2"/>
                </a:solidFill>
                <a:latin typeface="Read" panose="020B0501020204020B04" pitchFamily="34" charset="0"/>
                <a:cs typeface="Read" panose="020B0501020204020B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b="0" i="0">
                <a:latin typeface="+mn-lt"/>
              </a:defRPr>
            </a:lvl2pPr>
            <a:lvl3pPr marL="26987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b="0" i="0">
                <a:latin typeface="+mn-lt"/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  <a:defRPr sz="1400" b="0" i="0">
                <a:solidFill>
                  <a:schemeClr val="tx1"/>
                </a:solidFill>
                <a:latin typeface="+mn-lt"/>
              </a:defRPr>
            </a:lvl4pPr>
            <a:lvl5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693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12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noProof="1"/>
              <a:t>Text level 1</a:t>
            </a:r>
          </a:p>
          <a:p>
            <a:pPr lvl="1"/>
            <a:r>
              <a:rPr lang="en-GB" noProof="1"/>
              <a:t>Text level 2</a:t>
            </a:r>
          </a:p>
          <a:p>
            <a:pPr lvl="2"/>
            <a:r>
              <a:rPr lang="en-GB" noProof="1"/>
              <a:t>Text level 3</a:t>
            </a:r>
          </a:p>
          <a:p>
            <a:pPr lvl="3"/>
            <a:r>
              <a:rPr lang="en-GB" noProof="1"/>
              <a:t>Text level 4</a:t>
            </a:r>
          </a:p>
          <a:p>
            <a:pPr lvl="4"/>
            <a:r>
              <a:rPr lang="en-GB" noProof="1"/>
              <a:t>Text level 5</a:t>
            </a:r>
          </a:p>
          <a:p>
            <a:pPr lvl="5"/>
            <a:r>
              <a:rPr lang="en-GB" noProof="1"/>
              <a:t>Text level 6</a:t>
            </a:r>
          </a:p>
          <a:p>
            <a:pPr lvl="6"/>
            <a:r>
              <a:rPr lang="en-GB" noProof="1"/>
              <a:t>Text level 7</a:t>
            </a:r>
          </a:p>
          <a:p>
            <a:pPr lvl="7"/>
            <a:r>
              <a:rPr lang="en-GB" noProof="1"/>
              <a:t>Text level 8</a:t>
            </a:r>
          </a:p>
          <a:p>
            <a:pPr lvl="8"/>
            <a:r>
              <a:rPr lang="en-GB" noProof="1"/>
              <a:t>Text level 9</a:t>
            </a:r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78FA019C-7B3A-41C3-9562-C08140C29BDD}"/>
              </a:ext>
            </a:extLst>
          </p:cNvPr>
          <p:cNvSpPr txBox="1"/>
          <p:nvPr userDrawn="1"/>
        </p:nvSpPr>
        <p:spPr>
          <a:xfrm>
            <a:off x="10733088" y="6661574"/>
            <a:ext cx="1353312" cy="144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Renault</a:t>
            </a:r>
          </a:p>
        </p:txBody>
      </p:sp>
    </p:spTree>
    <p:extLst>
      <p:ext uri="{BB962C8B-B14F-4D97-AF65-F5344CB8AC3E}">
        <p14:creationId xmlns:p14="http://schemas.microsoft.com/office/powerpoint/2010/main" val="200847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8" descr="Une image contenant arbre, extérieur, rivière, forêt&#10;&#10;Description générée automatiquement">
            <a:extLst>
              <a:ext uri="{FF2B5EF4-FFF2-40B4-BE49-F238E27FC236}">
                <a16:creationId xmlns:a16="http://schemas.microsoft.com/office/drawing/2014/main" id="{F6C36FAF-EA84-2F4E-BC31-5EBB146474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4CBEDEA-FFFA-2945-B51B-1561784D6CBA}"/>
              </a:ext>
            </a:extLst>
          </p:cNvPr>
          <p:cNvSpPr txBox="1"/>
          <p:nvPr userDrawn="1"/>
        </p:nvSpPr>
        <p:spPr>
          <a:xfrm>
            <a:off x="2611890" y="5044191"/>
            <a:ext cx="696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i="0" kern="1200" dirty="0" err="1">
                <a:solidFill>
                  <a:schemeClr val="bg1"/>
                </a:solidFill>
                <a:latin typeface="+mj-lt"/>
                <a:ea typeface="+mn-ea"/>
                <a:cs typeface="+mn-cs"/>
              </a:rPr>
              <a:t>Thank</a:t>
            </a:r>
            <a:r>
              <a:rPr lang="fr-FR" sz="36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 </a:t>
            </a:r>
            <a:r>
              <a:rPr lang="fr-FR" sz="3600" b="1" i="0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you</a:t>
            </a:r>
            <a:endParaRPr lang="fr-FR" sz="3600" b="1" i="0" kern="1200" dirty="0"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765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F8A7F-603A-959D-1946-757552EC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96F8C-4A07-BE6A-C37C-8F7AAC54F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637B-76F6-97B2-5FBF-6D9964D8D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D87B3-1D7B-47F8-BA91-8DD93B44335E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C471-4CE6-B453-3BB1-50523DB4E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A6B33-78EF-2330-631D-43FB287D8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F069B-B590-4284-BDEB-E1117A5E1DD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A0B12-E792-3E56-B973-258EBD00A5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03553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443A21B-9F30-9040-8C99-152916A28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Evolution of Computer Vision Models</a:t>
            </a:r>
            <a:endParaRPr lang="en-GB" dirty="0"/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72E4CC8C-417C-8E4D-B589-CF51BFBB9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dirty="0"/>
              <a:t>D</a:t>
            </a:r>
            <a:r>
              <a:rPr lang="en-US" dirty="0"/>
              <a:t>From CNN to YOLOv10</a:t>
            </a:r>
          </a:p>
          <a:p>
            <a:r>
              <a:rPr lang="en-US" dirty="0"/>
              <a:t>Technical Deep Dive Session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06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E7FA10-3FDE-FB43-8F46-80CA923788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pic>
        <p:nvPicPr>
          <p:cNvPr id="16" name="Espace réservé pour une image  15" descr="Une image contenant herbe, extérieur, passage, route&#10;&#10;Description générée automatiquement">
            <a:extLst>
              <a:ext uri="{FF2B5EF4-FFF2-40B4-BE49-F238E27FC236}">
                <a16:creationId xmlns:a16="http://schemas.microsoft.com/office/drawing/2014/main" id="{DFF0BB9E-143C-5E4F-B302-50692C68C4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5248" b="5248"/>
          <a:stretch/>
        </p:blipFill>
        <p:spPr/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14ED1CB-3F25-C64A-B48F-F2617E1551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11097" y="873124"/>
            <a:ext cx="6535321" cy="5495925"/>
          </a:xfrm>
        </p:spPr>
        <p:txBody>
          <a:bodyPr/>
          <a:lstStyle/>
          <a:p>
            <a:r>
              <a:rPr lang="en-IN" dirty="0"/>
              <a:t>Industry Problem Evolution</a:t>
            </a:r>
          </a:p>
          <a:p>
            <a:endParaRPr lang="en-IN" sz="2400" dirty="0"/>
          </a:p>
          <a:p>
            <a:r>
              <a:rPr lang="en-US" sz="2400" b="0" dirty="0">
                <a:solidFill>
                  <a:schemeClr val="tx1"/>
                </a:solidFill>
                <a:latin typeface="+mn-lt"/>
              </a:rPr>
              <a:t>Phase 1: Image Classification (What?)</a:t>
            </a:r>
          </a:p>
          <a:p>
            <a:pPr lvl="1"/>
            <a:r>
              <a:rPr lang="en-US" sz="2400" dirty="0"/>
              <a:t>P</a:t>
            </a:r>
            <a:r>
              <a:rPr lang="en-US" sz="2400" cap="all" dirty="0"/>
              <a:t>hase 2</a:t>
            </a:r>
            <a:r>
              <a:rPr lang="en-US" sz="2400" dirty="0"/>
              <a:t>: Object Detection (What + Where?)</a:t>
            </a:r>
          </a:p>
          <a:p>
            <a:pPr lvl="1"/>
            <a:r>
              <a:rPr lang="en-US" sz="2400" cap="all" dirty="0"/>
              <a:t>Phase 3</a:t>
            </a:r>
            <a:r>
              <a:rPr lang="en-US" sz="2400" dirty="0"/>
              <a:t>: Real-Time Systems (Low Latency)</a:t>
            </a:r>
          </a:p>
          <a:p>
            <a:pPr lvl="1"/>
            <a:r>
              <a:rPr lang="en-US" sz="2400" cap="all" dirty="0"/>
              <a:t>Phase 4</a:t>
            </a:r>
            <a:r>
              <a:rPr lang="en-US" sz="2400" dirty="0"/>
              <a:t>: Edge Deployment (Low Compute, Low Power)</a:t>
            </a:r>
          </a:p>
          <a:p>
            <a:pPr lvl="1"/>
            <a:r>
              <a:rPr lang="en-US" sz="2400" cap="all" dirty="0"/>
              <a:t>Core Tradeoff</a:t>
            </a:r>
            <a:r>
              <a:rPr lang="en-US" sz="2400" dirty="0"/>
              <a:t>: Accuracy vs FLOPs vs Latency</a:t>
            </a:r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016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BECB-CBBD-66FA-4B50-CB27F4A2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803EB9-C290-321D-244B-0D5A710CE4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Faster R-CNN – Two-Stage Detection Pipeline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DE2086-9284-B39E-A0DA-6CDA7F4E05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Backbone → RPN → ROI Align → Class + </a:t>
            </a:r>
            <a:r>
              <a:rPr lang="en-IN" dirty="0" err="1"/>
              <a:t>BBox</a:t>
            </a:r>
            <a:endParaRPr lang="en-IN" dirty="0"/>
          </a:p>
          <a:p>
            <a:pPr lvl="1"/>
            <a:r>
              <a:rPr lang="en-IN" dirty="0"/>
              <a:t>Anchor-Based Proposals</a:t>
            </a:r>
          </a:p>
          <a:p>
            <a:pPr lvl="1"/>
            <a:r>
              <a:rPr lang="en-IN" dirty="0"/>
              <a:t>High Localization Accuracy</a:t>
            </a:r>
          </a:p>
          <a:p>
            <a:pPr lvl="1"/>
            <a:r>
              <a:rPr lang="en-IN" dirty="0"/>
              <a:t>Sequential Pipeline Increases Latency</a:t>
            </a:r>
          </a:p>
          <a:p>
            <a:pPr lvl="1"/>
            <a:r>
              <a:rPr lang="en-IN" dirty="0"/>
              <a:t>Strong Benchmark Model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3DE18-7AED-45CF-271D-EF85956A3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04" y="2895071"/>
            <a:ext cx="6841516" cy="308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1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A30E-D039-C298-3E2B-DE0AB679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7E0FE5-F7A5-E4EB-95F3-89945B049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YOLO – Single-Stage Real-Time Paradigm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5C266E-F49F-65D2-48B6-71A1B24BEB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Unified Detection in Single Forward Pass</a:t>
            </a:r>
          </a:p>
          <a:p>
            <a:pPr lvl="1"/>
            <a:r>
              <a:rPr lang="en-US" sz="2800" dirty="0"/>
              <a:t>Grid-Based Prediction Mechanism</a:t>
            </a:r>
          </a:p>
          <a:p>
            <a:pPr lvl="1"/>
            <a:r>
              <a:rPr lang="en-US" sz="2800" dirty="0" err="1"/>
              <a:t>Objectness</a:t>
            </a:r>
            <a:r>
              <a:rPr lang="en-US" sz="2800" dirty="0"/>
              <a:t> + Bounding Box Regression</a:t>
            </a:r>
          </a:p>
          <a:p>
            <a:pPr lvl="1"/>
            <a:r>
              <a:rPr lang="en-US" sz="2800" dirty="0"/>
              <a:t>YOLOv8: Anchor-Free Detection Head</a:t>
            </a:r>
          </a:p>
          <a:p>
            <a:pPr lvl="1"/>
            <a:r>
              <a:rPr lang="en-US" sz="2800" dirty="0"/>
              <a:t>Optimized for Deployment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2E495-2D90-3876-646E-21B3568B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99" y="3703938"/>
            <a:ext cx="8294134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0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323D3-3F98-E14B-5C53-959BE15C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D5C01E-6C70-398B-6019-E64C5BEFA6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YOLOv10 – Latency Optimized Detection (2024)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DEB235-C715-6FD6-75A5-B69354544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NMS-Free Training Strategy</a:t>
            </a:r>
          </a:p>
          <a:p>
            <a:pPr lvl="1"/>
            <a:r>
              <a:rPr lang="en-US" sz="2800" dirty="0"/>
              <a:t>Structural Re-Parameterization</a:t>
            </a:r>
          </a:p>
          <a:p>
            <a:pPr lvl="1"/>
            <a:r>
              <a:rPr lang="en-US" sz="2800" dirty="0"/>
              <a:t>Improved Real-Time Efficiency</a:t>
            </a:r>
          </a:p>
          <a:p>
            <a:pPr lvl="1"/>
            <a:r>
              <a:rPr lang="en-US" sz="2800" dirty="0"/>
              <a:t>Edge &amp; Production Optimization Focus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DAD8FF-9DED-B18B-9FF2-BFC5BE40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6" y="3256567"/>
            <a:ext cx="8542760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5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6D78-DFED-EBD4-4B60-636CEEE7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B58F6D-4F2C-485D-B245-C93ED4E5FD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RT-DETR – Transformer-Based Detection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AF25CC-4351-D2CA-C1C9-2231186682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End-to-End Detection Architecture</a:t>
            </a:r>
          </a:p>
          <a:p>
            <a:pPr lvl="1"/>
            <a:r>
              <a:rPr lang="en-US" dirty="0"/>
              <a:t>Hungarian Matching (Set Prediction)</a:t>
            </a:r>
          </a:p>
          <a:p>
            <a:pPr lvl="1"/>
            <a:r>
              <a:rPr lang="en-US" dirty="0"/>
              <a:t>Eliminates NMS</a:t>
            </a:r>
          </a:p>
          <a:p>
            <a:pPr lvl="1"/>
            <a:r>
              <a:rPr lang="en-US" dirty="0"/>
              <a:t>Global Attention Mechanism</a:t>
            </a:r>
          </a:p>
          <a:p>
            <a:pPr lvl="1"/>
            <a:r>
              <a:rPr lang="en-US" dirty="0"/>
              <a:t>Bridging CNN &amp; Transformer Paradigms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7EF50A-52A5-8A8F-9FCD-286C7844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211977"/>
            <a:ext cx="6500423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2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31F8-ED2D-4C73-A2C4-DED12CEA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627A36-3811-84EE-7E6F-C1C7C27807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775" y="266399"/>
            <a:ext cx="9359900" cy="606725"/>
          </a:xfrm>
        </p:spPr>
        <p:txBody>
          <a:bodyPr/>
          <a:lstStyle/>
          <a:p>
            <a:r>
              <a:rPr lang="en-IN" sz="2800" dirty="0"/>
              <a:t>Architectural Comparison – Detection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01EBAD-CBA8-1700-C7D3-F82E1C955BCC}"/>
              </a:ext>
            </a:extLst>
          </p:cNvPr>
          <p:cNvGraphicFramePr>
            <a:graphicFrameLocks noGrp="1"/>
          </p:cNvGraphicFramePr>
          <p:nvPr/>
        </p:nvGraphicFramePr>
        <p:xfrm>
          <a:off x="599090" y="16002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Latency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dirty="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Two-Stage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Anchor-Based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YOLOv8n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Anchor-Free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RT-DETR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NMS-Free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YOLOv10n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Optimized End-to-End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27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24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Read</vt:lpstr>
      <vt:lpstr>Renault Group</vt:lpstr>
      <vt:lpstr>Renault Group Light</vt:lpstr>
      <vt:lpstr>Office Theme</vt:lpstr>
      <vt:lpstr>Evolution of Computer Vision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 Shruti-Darshan</dc:creator>
  <cp:lastModifiedBy>SHAH Shruti-Darshan</cp:lastModifiedBy>
  <cp:revision>2</cp:revision>
  <dcterms:created xsi:type="dcterms:W3CDTF">2026-03-04T12:16:38Z</dcterms:created>
  <dcterms:modified xsi:type="dcterms:W3CDTF">2026-03-04T12:23:56Z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