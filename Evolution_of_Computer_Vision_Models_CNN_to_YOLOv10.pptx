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Evolution of Computer Vision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CNN to YOLOv10</a:t>
            </a:r>
          </a:p>
          <a:p>
            <a:r>
              <a:t>Technical Deep Dive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CV Models Evolve?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Focus: Image Classification</a:t>
            </a:r>
          </a:p>
          <a:p>
            <a:pPr lvl="1"/>
            <a:r>
              <a:t>Need for Localization (Object Detection)</a:t>
            </a:r>
          </a:p>
          <a:p>
            <a:pPr lvl="1"/>
            <a:r>
              <a:t>Real-Time Inference Requirements</a:t>
            </a:r>
          </a:p>
          <a:p>
            <a:pPr lvl="1"/>
            <a:r>
              <a:t>Edge &amp; Mobile Deployment Constraints</a:t>
            </a:r>
          </a:p>
          <a:p>
            <a:pPr lvl="1"/>
            <a:r>
              <a:t>Accuracy vs Latency Trade-offs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CNN – Foundation of Deep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 Conv → ReLU → Pool → FC → Softmax</a:t>
            </a:r>
          </a:p>
          <a:p>
            <a:pPr lvl="1"/>
            <a:r>
              <a:t>Local Receptive Fields</a:t>
            </a:r>
          </a:p>
          <a:p>
            <a:pPr lvl="1"/>
            <a:r>
              <a:t>Weight Sharing &amp; Translation Invariance</a:t>
            </a:r>
          </a:p>
          <a:p>
            <a:pPr lvl="1"/>
            <a:r>
              <a:t>Limitation: Vanishing Gradient in Deep Networks</a:t>
            </a:r>
          </a:p>
          <a:p>
            <a:pPr lvl="1"/>
            <a:r>
              <a:t>FLOPs = Dk^2 × M × N × Df^2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ResNet – Residual Learning Breakthrough (2015)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Introduced Skip Connections</a:t>
            </a:r>
          </a:p>
          <a:p>
            <a:pPr lvl="1"/>
            <a:r>
              <a:t>Solves Degradation Problem</a:t>
            </a:r>
          </a:p>
          <a:p>
            <a:pPr lvl="1"/>
            <a:r>
              <a:t>Residual Mapping: y = F(x) + x</a:t>
            </a:r>
          </a:p>
          <a:p>
            <a:pPr lvl="1"/>
            <a:r>
              <a:t>Enables Very Deep Networks (100+ Layers)</a:t>
            </a:r>
          </a:p>
          <a:p>
            <a:pPr lvl="1"/>
            <a:r>
              <a:t>Improves Gradient Flow Stability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MobileNet – Efficiency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Depthwise Separable Convolution</a:t>
            </a:r>
          </a:p>
          <a:p>
            <a:pPr lvl="1"/>
            <a:r>
              <a:t>Standard Conv vs Depthwise + Pointwise</a:t>
            </a:r>
          </a:p>
          <a:p>
            <a:pPr lvl="1"/>
            <a:r>
              <a:t>Massive FLOP Reduction</a:t>
            </a:r>
          </a:p>
          <a:p>
            <a:pPr lvl="1"/>
            <a:r>
              <a:t>Designed for Mobile &amp; Edge Devices</a:t>
            </a:r>
          </a:p>
          <a:p>
            <a:pPr lvl="1"/>
            <a:r>
              <a:t>Trade-off: Slight Accuracy Drop for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EfficientNet – Compound Scaling (2019)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Scaling of Depth, Width &amp; Resolution</a:t>
            </a:r>
          </a:p>
          <a:p>
            <a:pPr lvl="1"/>
            <a:r>
              <a:t>Depth = α^φ, Width = β^φ, Resolution = γ^φ</a:t>
            </a:r>
          </a:p>
          <a:p>
            <a:pPr lvl="1"/>
            <a:r>
              <a:t>Constraint: α × β² × γ² ≈ 2</a:t>
            </a:r>
          </a:p>
          <a:p>
            <a:pPr lvl="1"/>
            <a:r>
              <a:t>Better Accuracy per FLOP</a:t>
            </a:r>
          </a:p>
          <a:p>
            <a:pPr lvl="1"/>
            <a:r>
              <a:t>Systematic Model Scaling Approach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Classification to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 → What is in image?</a:t>
            </a:r>
          </a:p>
          <a:p>
            <a:pPr lvl="1"/>
            <a:r>
              <a:t>Detection → What + Where?</a:t>
            </a:r>
          </a:p>
          <a:p>
            <a:pPr lvl="1"/>
            <a:r>
              <a:t>Bounding Box Regression</a:t>
            </a:r>
          </a:p>
          <a:p>
            <a:pPr lvl="1"/>
            <a:r>
              <a:t>Multi-task Learning (Class + Box)</a:t>
            </a:r>
          </a:p>
          <a:p>
            <a:pPr lvl="1"/>
            <a:r>
              <a:t>Need for Real-Time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Faster R-CNN – Two-Stage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Backbone → Region Proposal Network (RPN)</a:t>
            </a:r>
          </a:p>
          <a:p>
            <a:pPr lvl="1"/>
            <a:r>
              <a:t>ROI Align → Classification + BBox Regression</a:t>
            </a:r>
          </a:p>
          <a:p>
            <a:pPr lvl="1"/>
            <a:r>
              <a:t>Anchor-Based Detection</a:t>
            </a:r>
          </a:p>
          <a:p>
            <a:pPr lvl="1"/>
            <a:r>
              <a:t>High Accuracy but Slower Inference</a:t>
            </a:r>
          </a:p>
          <a:p>
            <a:pPr lvl="1"/>
            <a:r>
              <a:t>Sequential Multi-Stage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 – Single-Stage Real-Time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Forward Pass Detection</a:t>
            </a:r>
          </a:p>
          <a:p>
            <a:pPr lvl="1"/>
            <a:r>
              <a:t>Grid-Based Prediction</a:t>
            </a:r>
          </a:p>
          <a:p>
            <a:pPr lvl="1"/>
            <a:r>
              <a:t>Objectness Score + BBox Regression</a:t>
            </a:r>
          </a:p>
          <a:p>
            <a:pPr lvl="1"/>
            <a:r>
              <a:t>YOLOv8: Anchor-Free Detection</a:t>
            </a:r>
          </a:p>
          <a:p>
            <a:pPr lvl="1"/>
            <a:r>
              <a:t>Optimized for Speed &amp;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RT-DETR – Transformer-Based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Detection Architecture</a:t>
            </a:r>
          </a:p>
          <a:p>
            <a:pPr lvl="1"/>
            <a:r>
              <a:t>Hungarian Matching (Set Prediction)</a:t>
            </a:r>
          </a:p>
          <a:p>
            <a:pPr lvl="1"/>
            <a:r>
              <a:t>No NMS Required</a:t>
            </a:r>
          </a:p>
          <a:p>
            <a:pPr lvl="1"/>
            <a:r>
              <a:t>Global Attention Mechanism</a:t>
            </a:r>
          </a:p>
          <a:p>
            <a:pPr lvl="1"/>
            <a:r>
              <a:t>Bridging CNN and Transformer 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YOLOv10 – Latest Optimization (2024)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NMS-Free Training Strategy</a:t>
            </a:r>
          </a:p>
          <a:p>
            <a:pPr lvl="1"/>
            <a:r>
              <a:t>Improved Latency Optimization</a:t>
            </a:r>
          </a:p>
          <a:p>
            <a:pPr lvl="1"/>
            <a:r>
              <a:t>Structural Re-Parameterization</a:t>
            </a:r>
          </a:p>
          <a:p>
            <a:pPr lvl="1"/>
            <a:r>
              <a:t>Better Real-Time Performance</a:t>
            </a:r>
          </a:p>
          <a:p>
            <a:pPr lvl="1"/>
            <a:r>
              <a:t>Edge Deployment Focus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→ Foundational Feature Extraction</a:t>
            </a:r>
          </a:p>
          <a:p>
            <a:pPr lvl="1"/>
            <a:r>
              <a:t>ResNet → Deep Optimization</a:t>
            </a:r>
          </a:p>
          <a:p>
            <a:pPr lvl="1"/>
            <a:r>
              <a:t>MobileNet → Efficiency Focus</a:t>
            </a:r>
          </a:p>
          <a:p>
            <a:pPr lvl="1"/>
            <a:r>
              <a:t>EfficientNet → Balanced Scaling</a:t>
            </a:r>
          </a:p>
          <a:p>
            <a:pPr lvl="1"/>
            <a:r>
              <a:t>Faster R-CNN → Two-Stage Accuracy</a:t>
            </a:r>
          </a:p>
          <a:p>
            <a:pPr lvl="1"/>
            <a:r>
              <a:t>YOLO → Real-Time Single-Stage</a:t>
            </a:r>
          </a:p>
          <a:p>
            <a:pPr lvl="1"/>
            <a:r>
              <a:t>RT-DETR → Transformer Detection</a:t>
            </a:r>
          </a:p>
          <a:p>
            <a:pPr lvl="1"/>
            <a:r>
              <a:t>YOLOv10 → Latency Optimized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Pattern Observed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Shallow → Deep Networks</a:t>
            </a:r>
          </a:p>
          <a:p>
            <a:pPr lvl="1"/>
            <a:r>
              <a:t>Heavy → Efficient Architectures</a:t>
            </a:r>
          </a:p>
          <a:p>
            <a:pPr lvl="1"/>
            <a:r>
              <a:t>Two-Stage → Single-Stage Detection</a:t>
            </a:r>
          </a:p>
          <a:p>
            <a:pPr lvl="1"/>
            <a:r>
              <a:t>Anchor-Based → Anchor-Free</a:t>
            </a:r>
          </a:p>
          <a:p>
            <a:pPr lvl="1"/>
            <a:r>
              <a:t>CNN → Transformer-Based Models</a:t>
            </a:r>
          </a:p>
          <a:p>
            <a:pPr lvl="1"/>
            <a:r>
              <a:t>Post-Processing → End-to-End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Vision models evolved to balance Accuracy, Speed &amp; Deployment</a:t>
            </a:r>
          </a:p>
          <a:p>
            <a:pPr lvl="1"/>
            <a:r>
              <a:t>Modern architectures focus on efficiency &amp; real-time capability</a:t>
            </a:r>
          </a:p>
          <a:p>
            <a:pPr lvl="1"/>
            <a:r>
              <a:t>Future: Unified, End-to-End Optimized Vision Systems</a:t>
            </a:r>
          </a:p>
          <a:p>
            <a:pPr lvl="1"/>
            <a:r>
              <a:t>Thank You –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